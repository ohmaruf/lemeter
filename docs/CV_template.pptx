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D178D0-7F84-4EA7-B37A-07E25BFFE85C}" v="26" dt="2026-05-12T07:58:09.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132F97B-B88F-42D9-A494-46A5508452FF}" type="datetimeFigureOut">
              <a:t>5/12/2026</a:t>
            </a:fld>
            <a:endParaRPr lang="it-IT"/>
          </a:p>
        </p:txBody>
      </p:sp>
      <p:sp>
        <p:nvSpPr>
          <p:cNvPr id="4" name="Segnaposto immagine diapositiva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135502F-7368-4BDA-9A6B-77B1C525664C}" type="slidenum">
              <a:t>‹#›</a:t>
            </a:fld>
            <a:endParaRPr lang="it-IT"/>
          </a:p>
        </p:txBody>
      </p:sp>
    </p:spTree>
    <p:extLst>
      <p:ext uri="{BB962C8B-B14F-4D97-AF65-F5344CB8AC3E}">
        <p14:creationId xmlns:p14="http://schemas.microsoft.com/office/powerpoint/2010/main" val="2196683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47"/>
        </a:solidFill>
        <a:effectLst/>
      </p:bgPr>
    </p:bg>
    <p:spTree>
      <p:nvGrpSpPr>
        <p:cNvPr id="1" name=""/>
        <p:cNvGrpSpPr/>
        <p:nvPr/>
      </p:nvGrpSpPr>
      <p:grpSpPr>
        <a:xfrm>
          <a:off x="0" y="0"/>
          <a:ext cx="0" cy="0"/>
          <a:chOff x="0" y="0"/>
          <a:chExt cx="0" cy="0"/>
        </a:xfrm>
      </p:grpSpPr>
      <p:sp>
        <p:nvSpPr>
          <p:cNvPr id="2" name="Shape 0"/>
          <p:cNvSpPr/>
          <p:nvPr/>
        </p:nvSpPr>
        <p:spPr>
          <a:xfrm>
            <a:off x="6858000" y="0"/>
            <a:ext cx="1371600" cy="0"/>
          </a:xfrm>
          <a:prstGeom prst="line">
            <a:avLst/>
          </a:prstGeom>
          <a:noFill/>
          <a:ln w="15240">
            <a:solidFill>
              <a:srgbClr val="01C4C4"/>
            </a:solidFill>
            <a:prstDash val="solid"/>
          </a:ln>
        </p:spPr>
      </p:sp>
      <p:sp>
        <p:nvSpPr>
          <p:cNvPr id="3" name="Shape 1"/>
          <p:cNvSpPr/>
          <p:nvPr/>
        </p:nvSpPr>
        <p:spPr>
          <a:xfrm>
            <a:off x="8229600" y="0"/>
            <a:ext cx="0" cy="640080"/>
          </a:xfrm>
          <a:prstGeom prst="line">
            <a:avLst/>
          </a:prstGeom>
          <a:noFill/>
          <a:ln w="15240">
            <a:solidFill>
              <a:srgbClr val="01C4C4"/>
            </a:solidFill>
            <a:prstDash val="solid"/>
          </a:ln>
        </p:spPr>
      </p:sp>
      <p:sp>
        <p:nvSpPr>
          <p:cNvPr id="4" name="Shape 2"/>
          <p:cNvSpPr/>
          <p:nvPr/>
        </p:nvSpPr>
        <p:spPr>
          <a:xfrm>
            <a:off x="6858000" y="0"/>
            <a:ext cx="1371600" cy="640080"/>
          </a:xfrm>
          <a:prstGeom prst="line">
            <a:avLst/>
          </a:prstGeom>
          <a:noFill/>
          <a:ln w="15240">
            <a:solidFill>
              <a:srgbClr val="01C4C4"/>
            </a:solidFill>
            <a:prstDash val="solid"/>
          </a:ln>
        </p:spPr>
      </p:sp>
      <p:sp>
        <p:nvSpPr>
          <p:cNvPr id="5" name="Shape 3"/>
          <p:cNvSpPr/>
          <p:nvPr/>
        </p:nvSpPr>
        <p:spPr>
          <a:xfrm>
            <a:off x="274320" y="3840480"/>
            <a:ext cx="1097280" cy="1188720"/>
          </a:xfrm>
          <a:prstGeom prst="line">
            <a:avLst/>
          </a:prstGeom>
          <a:noFill/>
          <a:ln w="15240">
            <a:solidFill>
              <a:srgbClr val="E85A6C"/>
            </a:solidFill>
            <a:prstDash val="solid"/>
          </a:ln>
        </p:spPr>
      </p:sp>
      <p:sp>
        <p:nvSpPr>
          <p:cNvPr id="6" name="Shape 4"/>
          <p:cNvSpPr/>
          <p:nvPr/>
        </p:nvSpPr>
        <p:spPr>
          <a:xfrm>
            <a:off x="274320" y="3840480"/>
            <a:ext cx="1463040" cy="731520"/>
          </a:xfrm>
          <a:prstGeom prst="line">
            <a:avLst/>
          </a:prstGeom>
          <a:noFill/>
          <a:ln w="15240">
            <a:solidFill>
              <a:srgbClr val="E85A6C"/>
            </a:solidFill>
            <a:prstDash val="solid"/>
          </a:ln>
        </p:spPr>
      </p:sp>
      <p:sp>
        <p:nvSpPr>
          <p:cNvPr id="7" name="Shape 5"/>
          <p:cNvSpPr/>
          <p:nvPr/>
        </p:nvSpPr>
        <p:spPr>
          <a:xfrm>
            <a:off x="1371600" y="4572000"/>
            <a:ext cx="365760" cy="0"/>
          </a:xfrm>
          <a:prstGeom prst="line">
            <a:avLst/>
          </a:prstGeom>
          <a:noFill/>
          <a:ln w="15240">
            <a:solidFill>
              <a:srgbClr val="E85A6C"/>
            </a:solidFill>
            <a:prstDash val="solid"/>
          </a:ln>
        </p:spPr>
      </p:sp>
      <p:sp>
        <p:nvSpPr>
          <p:cNvPr id="8" name="Shape 6"/>
          <p:cNvSpPr/>
          <p:nvPr/>
        </p:nvSpPr>
        <p:spPr>
          <a:xfrm>
            <a:off x="1737360" y="4572000"/>
            <a:ext cx="0" cy="0"/>
          </a:xfrm>
          <a:prstGeom prst="line">
            <a:avLst/>
          </a:prstGeom>
          <a:noFill/>
          <a:ln w="15240">
            <a:solidFill>
              <a:srgbClr val="E85A6C"/>
            </a:solidFill>
            <a:prstDash val="solid"/>
          </a:ln>
        </p:spPr>
      </p:sp>
      <p:sp>
        <p:nvSpPr>
          <p:cNvPr id="9" name="Text 7"/>
          <p:cNvSpPr/>
          <p:nvPr/>
        </p:nvSpPr>
        <p:spPr>
          <a:xfrm>
            <a:off x="502920" y="502920"/>
            <a:ext cx="4114800" cy="274320"/>
          </a:xfrm>
          <a:prstGeom prst="rect">
            <a:avLst/>
          </a:prstGeom>
          <a:noFill/>
          <a:ln/>
        </p:spPr>
        <p:txBody>
          <a:bodyPr wrap="square" lIns="0" tIns="0" rIns="0" bIns="0" rtlCol="0" anchor="ctr"/>
          <a:lstStyle/>
          <a:p>
            <a:pPr marL="0" indent="0">
              <a:buNone/>
            </a:pPr>
            <a:r>
              <a:rPr lang="en-US" sz="1100" kern="0" spc="300" dirty="0">
                <a:solidFill>
                  <a:srgbClr val="FFFFFF"/>
                </a:solidFill>
                <a:latin typeface="Calibri" pitchFamily="34" charset="0"/>
                <a:ea typeface="Calibri" pitchFamily="34" charset="-122"/>
                <a:cs typeface="Calibri" pitchFamily="34" charset="-120"/>
              </a:rPr>
              <a:t>WELCOME TO THE</a:t>
            </a:r>
            <a:endParaRPr lang="en-US" sz="1100" dirty="0"/>
          </a:p>
        </p:txBody>
      </p:sp>
      <p:sp>
        <p:nvSpPr>
          <p:cNvPr id="10" name="Text 8"/>
          <p:cNvSpPr/>
          <p:nvPr/>
        </p:nvSpPr>
        <p:spPr>
          <a:xfrm>
            <a:off x="502920" y="822960"/>
            <a:ext cx="4114800" cy="2011680"/>
          </a:xfrm>
          <a:prstGeom prst="rect">
            <a:avLst/>
          </a:prstGeom>
          <a:noFill/>
          <a:ln/>
        </p:spPr>
        <p:txBody>
          <a:bodyPr wrap="square" lIns="0" tIns="0" rIns="0" bIns="0" rtlCol="0" anchor="t"/>
          <a:lstStyle/>
          <a:p>
            <a:pPr marL="0" indent="0" algn="l">
              <a:buNone/>
            </a:pPr>
            <a:r>
              <a:rPr lang="en-US" sz="4000" b="1" dirty="0">
                <a:solidFill>
                  <a:srgbClr val="FFFFFF"/>
                </a:solidFill>
                <a:latin typeface="Georgia" pitchFamily="34" charset="0"/>
                <a:ea typeface="Georgia" pitchFamily="34" charset="-122"/>
                <a:cs typeface="Georgia" pitchFamily="34" charset="-120"/>
              </a:rPr>
              <a:t>Your Presentation</a:t>
            </a:r>
            <a:endParaRPr lang="en-US" sz="4000" dirty="0"/>
          </a:p>
          <a:p>
            <a:pPr marL="0" indent="0" algn="l">
              <a:buNone/>
            </a:pPr>
            <a:r>
              <a:rPr lang="en-US" sz="4000" b="1" dirty="0">
                <a:solidFill>
                  <a:srgbClr val="FFFFFF"/>
                </a:solidFill>
                <a:latin typeface="Georgia" pitchFamily="34" charset="0"/>
                <a:ea typeface="Georgia" pitchFamily="34" charset="-122"/>
                <a:cs typeface="Georgia" pitchFamily="34" charset="-120"/>
              </a:rPr>
              <a:t>Title Here</a:t>
            </a:r>
            <a:endParaRPr lang="en-US" sz="4000" dirty="0"/>
          </a:p>
        </p:txBody>
      </p:sp>
      <p:sp>
        <p:nvSpPr>
          <p:cNvPr id="11" name="Text 9"/>
          <p:cNvSpPr/>
          <p:nvPr/>
        </p:nvSpPr>
        <p:spPr>
          <a:xfrm>
            <a:off x="4846320" y="1645920"/>
            <a:ext cx="3749040" cy="2286000"/>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Write 2–3 sentences of context or abstract here. Introduce the key themes, who will be speaking, and what the audience can expect to take away from this lecture.</a:t>
            </a:r>
            <a:endParaRPr lang="en-US" sz="1300" dirty="0"/>
          </a:p>
          <a:p>
            <a:pPr marL="0" indent="0" algn="l">
              <a:lnSpc>
                <a:spcPct val="130000"/>
              </a:lnSpc>
              <a:buNone/>
            </a:pPr>
            <a:endParaRPr lang="en-US" sz="1300" dirty="0"/>
          </a:p>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Add a second paragraph or a hashtag / call to action.</a:t>
            </a:r>
            <a:endParaRPr lang="en-US" sz="1300" dirty="0"/>
          </a:p>
        </p:txBody>
      </p:sp>
      <p:sp>
        <p:nvSpPr>
          <p:cNvPr id="12" name="Shape 10"/>
          <p:cNvSpPr/>
          <p:nvPr/>
        </p:nvSpPr>
        <p:spPr>
          <a:xfrm>
            <a:off x="8503920" y="4663440"/>
            <a:ext cx="347472" cy="347472"/>
          </a:xfrm>
          <a:prstGeom prst="ellipse">
            <a:avLst/>
          </a:prstGeom>
          <a:solidFill>
            <a:srgbClr val="1A6EE8"/>
          </a:solidFill>
          <a:ln w="12700">
            <a:solidFill>
              <a:srgbClr val="1A6EE8"/>
            </a:solidFill>
            <a:prstDash val="solid"/>
          </a:ln>
        </p:spPr>
      </p:sp>
      <p:sp>
        <p:nvSpPr>
          <p:cNvPr id="13" name="Shape 11"/>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347"/>
        </a:solidFill>
        <a:effectLst/>
      </p:bgPr>
    </p:bg>
    <p:spTree>
      <p:nvGrpSpPr>
        <p:cNvPr id="1" name=""/>
        <p:cNvGrpSpPr/>
        <p:nvPr/>
      </p:nvGrpSpPr>
      <p:grpSpPr>
        <a:xfrm>
          <a:off x="0" y="0"/>
          <a:ext cx="0" cy="0"/>
          <a:chOff x="0" y="0"/>
          <a:chExt cx="0" cy="0"/>
        </a:xfrm>
      </p:grpSpPr>
      <p:sp>
        <p:nvSpPr>
          <p:cNvPr id="2" name="Text 0"/>
          <p:cNvSpPr/>
          <p:nvPr/>
        </p:nvSpPr>
        <p:spPr>
          <a:xfrm>
            <a:off x="502920" y="274320"/>
            <a:ext cx="6400800" cy="256032"/>
          </a:xfrm>
          <a:prstGeom prst="rect">
            <a:avLst/>
          </a:prstGeom>
          <a:noFill/>
          <a:ln/>
        </p:spPr>
        <p:txBody>
          <a:bodyPr wrap="square" lIns="0" tIns="0" rIns="0" bIns="0" rtlCol="0" anchor="ctr"/>
          <a:lstStyle/>
          <a:p>
            <a:pPr marL="0" indent="0">
              <a:buNone/>
            </a:pPr>
            <a:r>
              <a:rPr lang="en-US" sz="1100" kern="0" spc="300" dirty="0">
                <a:solidFill>
                  <a:srgbClr val="FFFFFF"/>
                </a:solidFill>
                <a:latin typeface="Calibri" pitchFamily="34" charset="0"/>
                <a:ea typeface="Calibri" pitchFamily="34" charset="-122"/>
                <a:cs typeface="Calibri" pitchFamily="34" charset="-120"/>
              </a:rPr>
              <a:t>TODAY'S SPEAKERS</a:t>
            </a:r>
            <a:endParaRPr lang="en-US" sz="1100" dirty="0"/>
          </a:p>
        </p:txBody>
      </p:sp>
      <p:sp>
        <p:nvSpPr>
          <p:cNvPr id="3" name="Text 1"/>
          <p:cNvSpPr/>
          <p:nvPr/>
        </p:nvSpPr>
        <p:spPr>
          <a:xfrm>
            <a:off x="502920" y="548640"/>
            <a:ext cx="7772400" cy="731520"/>
          </a:xfrm>
          <a:prstGeom prst="rect">
            <a:avLst/>
          </a:prstGeom>
          <a:noFill/>
          <a:ln/>
        </p:spPr>
        <p:txBody>
          <a:bodyPr wrap="square" lIns="0" tIns="0" rIns="0" bIns="0" rtlCol="0" anchor="ctr"/>
          <a:lstStyle/>
          <a:p>
            <a:pPr marL="0" indent="0">
              <a:buNone/>
            </a:pPr>
            <a:r>
              <a:rPr lang="en-US" sz="3000" b="1" i="1" dirty="0">
                <a:solidFill>
                  <a:srgbClr val="FFFFFF"/>
                </a:solidFill>
                <a:latin typeface="Georgia" pitchFamily="34" charset="0"/>
                <a:ea typeface="Georgia" pitchFamily="34" charset="-122"/>
                <a:cs typeface="Georgia" pitchFamily="34" charset="-120"/>
              </a:rPr>
              <a:t>Speaker One Name + Speaker Two Name</a:t>
            </a:r>
            <a:endParaRPr lang="en-US" sz="3000" dirty="0"/>
          </a:p>
        </p:txBody>
      </p:sp>
      <p:sp>
        <p:nvSpPr>
          <p:cNvPr id="4" name="Shape 2"/>
          <p:cNvSpPr/>
          <p:nvPr/>
        </p:nvSpPr>
        <p:spPr>
          <a:xfrm>
            <a:off x="502920" y="1463040"/>
            <a:ext cx="1828800" cy="2194560"/>
          </a:xfrm>
          <a:prstGeom prst="rect">
            <a:avLst/>
          </a:prstGeom>
          <a:solidFill>
            <a:srgbClr val="2A3F6A"/>
          </a:solidFill>
          <a:ln w="12700">
            <a:solidFill>
              <a:srgbClr val="8FA3BF"/>
            </a:solidFill>
            <a:prstDash val="solid"/>
          </a:ln>
        </p:spPr>
      </p:sp>
      <p:sp>
        <p:nvSpPr>
          <p:cNvPr id="5" name="Text 3"/>
          <p:cNvSpPr/>
          <p:nvPr/>
        </p:nvSpPr>
        <p:spPr>
          <a:xfrm>
            <a:off x="502920" y="1463040"/>
            <a:ext cx="1828800" cy="2194560"/>
          </a:xfrm>
          <a:prstGeom prst="rect">
            <a:avLst/>
          </a:prstGeom>
          <a:noFill/>
          <a:ln/>
        </p:spPr>
        <p:txBody>
          <a:bodyPr wrap="square" rtlCol="0" anchor="ctr"/>
          <a:lstStyle/>
          <a:p>
            <a:pPr marL="0" indent="0" algn="ctr">
              <a:buNone/>
            </a:pPr>
            <a:r>
              <a:rPr lang="en-US" sz="1200" dirty="0">
                <a:solidFill>
                  <a:srgbClr val="8FA3BF"/>
                </a:solidFill>
                <a:latin typeface="Calibri" pitchFamily="34" charset="0"/>
                <a:ea typeface="Calibri" pitchFamily="34" charset="-122"/>
                <a:cs typeface="Calibri" pitchFamily="34" charset="-120"/>
              </a:rPr>
              <a:t>Photo</a:t>
            </a:r>
            <a:endParaRPr lang="en-US" sz="1200" dirty="0"/>
          </a:p>
          <a:p>
            <a:pPr marL="0" indent="0" algn="ctr">
              <a:buNone/>
            </a:pPr>
            <a:r>
              <a:rPr lang="en-US" sz="1200" dirty="0">
                <a:solidFill>
                  <a:srgbClr val="8FA3BF"/>
                </a:solidFill>
                <a:latin typeface="Calibri" pitchFamily="34" charset="0"/>
                <a:ea typeface="Calibri" pitchFamily="34" charset="-122"/>
                <a:cs typeface="Calibri" pitchFamily="34" charset="-120"/>
              </a:rPr>
              <a:t>Here</a:t>
            </a:r>
            <a:endParaRPr lang="en-US" sz="1200" dirty="0"/>
          </a:p>
        </p:txBody>
      </p:sp>
      <p:sp>
        <p:nvSpPr>
          <p:cNvPr id="6" name="Text 4"/>
          <p:cNvSpPr/>
          <p:nvPr/>
        </p:nvSpPr>
        <p:spPr>
          <a:xfrm>
            <a:off x="2514600" y="1508760"/>
            <a:ext cx="3017520" cy="2286000"/>
          </a:xfrm>
          <a:prstGeom prst="rect">
            <a:avLst/>
          </a:prstGeom>
          <a:noFill/>
          <a:ln/>
        </p:spPr>
        <p:txBody>
          <a:bodyPr wrap="square" lIns="0" tIns="0" rIns="0" bIns="0" rtlCol="0" anchor="t"/>
          <a:lstStyle/>
          <a:p>
            <a:pPr marL="0" indent="0" algn="l">
              <a:lnSpc>
                <a:spcPct val="130000"/>
              </a:lnSpc>
              <a:buNone/>
            </a:pPr>
            <a:r>
              <a:rPr lang="en-US" sz="1200" dirty="0">
                <a:solidFill>
                  <a:srgbClr val="FFFFFF"/>
                </a:solidFill>
                <a:latin typeface="Calibri" pitchFamily="34" charset="0"/>
                <a:ea typeface="Calibri" pitchFamily="34" charset="-122"/>
                <a:cs typeface="Calibri" pitchFamily="34" charset="-120"/>
              </a:rPr>
              <a:t>Speaker 1 is a [Role] at [Organisation]. Their research focuses on [topic]. They are known for contributions to [field] and have published widely in [area].</a:t>
            </a:r>
            <a:endParaRPr lang="en-US" sz="1200" dirty="0"/>
          </a:p>
        </p:txBody>
      </p:sp>
      <p:sp>
        <p:nvSpPr>
          <p:cNvPr id="7" name="Shape 5"/>
          <p:cNvSpPr/>
          <p:nvPr/>
        </p:nvSpPr>
        <p:spPr>
          <a:xfrm>
            <a:off x="6858000" y="2560320"/>
            <a:ext cx="1828800" cy="2194560"/>
          </a:xfrm>
          <a:prstGeom prst="rect">
            <a:avLst/>
          </a:prstGeom>
          <a:solidFill>
            <a:srgbClr val="2A3F6A"/>
          </a:solidFill>
          <a:ln w="12700">
            <a:solidFill>
              <a:srgbClr val="8FA3BF"/>
            </a:solidFill>
            <a:prstDash val="solid"/>
          </a:ln>
        </p:spPr>
      </p:sp>
      <p:sp>
        <p:nvSpPr>
          <p:cNvPr id="8" name="Text 6"/>
          <p:cNvSpPr/>
          <p:nvPr/>
        </p:nvSpPr>
        <p:spPr>
          <a:xfrm>
            <a:off x="6858000" y="2560320"/>
            <a:ext cx="1828800" cy="2194560"/>
          </a:xfrm>
          <a:prstGeom prst="rect">
            <a:avLst/>
          </a:prstGeom>
          <a:noFill/>
          <a:ln/>
        </p:spPr>
        <p:txBody>
          <a:bodyPr wrap="square" rtlCol="0" anchor="ctr"/>
          <a:lstStyle/>
          <a:p>
            <a:pPr marL="0" indent="0" algn="ctr">
              <a:buNone/>
            </a:pPr>
            <a:r>
              <a:rPr lang="en-US" sz="1200" dirty="0">
                <a:solidFill>
                  <a:srgbClr val="8FA3BF"/>
                </a:solidFill>
                <a:latin typeface="Calibri" pitchFamily="34" charset="0"/>
                <a:ea typeface="Calibri" pitchFamily="34" charset="-122"/>
                <a:cs typeface="Calibri" pitchFamily="34" charset="-120"/>
              </a:rPr>
              <a:t>Photo</a:t>
            </a:r>
            <a:endParaRPr lang="en-US" sz="1200" dirty="0"/>
          </a:p>
          <a:p>
            <a:pPr marL="0" indent="0" algn="ctr">
              <a:buNone/>
            </a:pPr>
            <a:r>
              <a:rPr lang="en-US" sz="1200" dirty="0">
                <a:solidFill>
                  <a:srgbClr val="8FA3BF"/>
                </a:solidFill>
                <a:latin typeface="Calibri" pitchFamily="34" charset="0"/>
                <a:ea typeface="Calibri" pitchFamily="34" charset="-122"/>
                <a:cs typeface="Calibri" pitchFamily="34" charset="-120"/>
              </a:rPr>
              <a:t>Here</a:t>
            </a:r>
            <a:endParaRPr lang="en-US" sz="1200" dirty="0"/>
          </a:p>
        </p:txBody>
      </p:sp>
      <p:sp>
        <p:nvSpPr>
          <p:cNvPr id="9" name="Text 7"/>
          <p:cNvSpPr/>
          <p:nvPr/>
        </p:nvSpPr>
        <p:spPr>
          <a:xfrm>
            <a:off x="4206240" y="3108960"/>
            <a:ext cx="2560320" cy="1828800"/>
          </a:xfrm>
          <a:prstGeom prst="rect">
            <a:avLst/>
          </a:prstGeom>
          <a:noFill/>
          <a:ln/>
        </p:spPr>
        <p:txBody>
          <a:bodyPr wrap="square" lIns="0" tIns="0" rIns="0" bIns="0" rtlCol="0" anchor="t"/>
          <a:lstStyle/>
          <a:p>
            <a:pPr marL="0" indent="0" algn="r">
              <a:lnSpc>
                <a:spcPct val="130000"/>
              </a:lnSpc>
              <a:buNone/>
            </a:pPr>
            <a:r>
              <a:rPr lang="en-US" sz="1200" dirty="0">
                <a:solidFill>
                  <a:srgbClr val="FFFFFF"/>
                </a:solidFill>
                <a:latin typeface="Calibri" pitchFamily="34" charset="0"/>
                <a:ea typeface="Calibri" pitchFamily="34" charset="-122"/>
                <a:cs typeface="Calibri" pitchFamily="34" charset="-120"/>
              </a:rPr>
              <a:t>Speaker 2 is a [Role] at [Organisation], focusing on [research area]. Their work spans [topic A], [topic B], and [topic C].</a:t>
            </a:r>
            <a:endParaRPr lang="en-US" sz="1200" dirty="0"/>
          </a:p>
        </p:txBody>
      </p:sp>
      <p:sp>
        <p:nvSpPr>
          <p:cNvPr id="10" name="Shape 8"/>
          <p:cNvSpPr/>
          <p:nvPr/>
        </p:nvSpPr>
        <p:spPr>
          <a:xfrm>
            <a:off x="8503920" y="4663440"/>
            <a:ext cx="347472" cy="347472"/>
          </a:xfrm>
          <a:prstGeom prst="ellipse">
            <a:avLst/>
          </a:prstGeom>
          <a:solidFill>
            <a:srgbClr val="1A6EE8"/>
          </a:solidFill>
          <a:ln w="12700">
            <a:solidFill>
              <a:srgbClr val="1A6EE8"/>
            </a:solidFill>
            <a:prstDash val="solid"/>
          </a:ln>
        </p:spPr>
      </p:sp>
      <p:sp>
        <p:nvSpPr>
          <p:cNvPr id="11" name="Shape 9"/>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47"/>
        </a:solidFill>
        <a:effectLst/>
      </p:bgPr>
    </p:bg>
    <p:spTree>
      <p:nvGrpSpPr>
        <p:cNvPr id="1" name=""/>
        <p:cNvGrpSpPr/>
        <p:nvPr/>
      </p:nvGrpSpPr>
      <p:grpSpPr>
        <a:xfrm>
          <a:off x="0" y="0"/>
          <a:ext cx="0" cy="0"/>
          <a:chOff x="0" y="0"/>
          <a:chExt cx="0" cy="0"/>
        </a:xfrm>
      </p:grpSpPr>
      <p:sp>
        <p:nvSpPr>
          <p:cNvPr id="2" name="Text 0"/>
          <p:cNvSpPr/>
          <p:nvPr/>
        </p:nvSpPr>
        <p:spPr>
          <a:xfrm>
            <a:off x="4663440" y="274320"/>
            <a:ext cx="4206240" cy="4389120"/>
          </a:xfrm>
          <a:prstGeom prst="rect">
            <a:avLst/>
          </a:prstGeom>
          <a:noFill/>
          <a:ln/>
        </p:spPr>
        <p:txBody>
          <a:bodyPr wrap="square" lIns="0" tIns="0" rIns="0" bIns="0" rtlCol="0" anchor="t"/>
          <a:lstStyle/>
          <a:p>
            <a:pPr marL="0" indent="0" algn="l">
              <a:lnSpc>
                <a:spcPct val="135000"/>
              </a:lnSpc>
              <a:buNone/>
            </a:pPr>
            <a:r>
              <a:rPr lang="en-US" sz="1300" dirty="0">
                <a:solidFill>
                  <a:srgbClr val="FFFFFF"/>
                </a:solidFill>
                <a:latin typeface="Calibri" pitchFamily="34" charset="0"/>
                <a:ea typeface="Calibri" pitchFamily="34" charset="-122"/>
                <a:cs typeface="Calibri" pitchFamily="34" charset="-120"/>
              </a:rPr>
              <a:t>Write a longer abstract or lecture overview here. This slide works well for 3–5 paragraphs of dense explanatory text that introduces the topic in depth. Give context, motivation, and what the audience will learn.</a:t>
            </a:r>
            <a:endParaRPr lang="en-US" sz="1300" dirty="0"/>
          </a:p>
          <a:p>
            <a:pPr marL="0" indent="0" algn="l">
              <a:lnSpc>
                <a:spcPct val="135000"/>
              </a:lnSpc>
              <a:buNone/>
            </a:pPr>
            <a:endParaRPr lang="en-US" sz="1300" dirty="0"/>
          </a:p>
          <a:p>
            <a:pPr marL="0" indent="0" algn="l">
              <a:lnSpc>
                <a:spcPct val="135000"/>
              </a:lnSpc>
              <a:buNone/>
            </a:pPr>
            <a:r>
              <a:rPr lang="en-US" sz="1300" dirty="0">
                <a:solidFill>
                  <a:srgbClr val="FFFFFF"/>
                </a:solidFill>
                <a:latin typeface="Calibri" pitchFamily="34" charset="0"/>
                <a:ea typeface="Calibri" pitchFamily="34" charset="-122"/>
                <a:cs typeface="Calibri" pitchFamily="34" charset="-120"/>
              </a:rPr>
              <a:t>This second paragraph can expand on methodology, approach, or background. Keep font size around 13–14pt and allow the text to breathe.</a:t>
            </a:r>
            <a:endParaRPr lang="en-US" sz="1300" dirty="0"/>
          </a:p>
        </p:txBody>
      </p:sp>
      <p:sp>
        <p:nvSpPr>
          <p:cNvPr id="3" name="Text 1"/>
          <p:cNvSpPr/>
          <p:nvPr/>
        </p:nvSpPr>
        <p:spPr>
          <a:xfrm>
            <a:off x="457200" y="2331720"/>
            <a:ext cx="3657600" cy="256032"/>
          </a:xfrm>
          <a:prstGeom prst="rect">
            <a:avLst/>
          </a:prstGeom>
          <a:noFill/>
          <a:ln/>
        </p:spPr>
        <p:txBody>
          <a:bodyPr wrap="square" lIns="0" tIns="0" rIns="0" bIns="0" rtlCol="0" anchor="ctr"/>
          <a:lstStyle/>
          <a:p>
            <a:pPr marL="0" indent="0">
              <a:buNone/>
            </a:pPr>
            <a:r>
              <a:rPr lang="en-US" sz="1100" kern="0" spc="300" dirty="0">
                <a:solidFill>
                  <a:srgbClr val="FFFFFF"/>
                </a:solidFill>
                <a:latin typeface="Calibri" pitchFamily="34" charset="0"/>
                <a:ea typeface="Calibri" pitchFamily="34" charset="-122"/>
                <a:cs typeface="Calibri" pitchFamily="34" charset="-120"/>
              </a:rPr>
              <a:t>TODAY'S LECTURE</a:t>
            </a:r>
            <a:endParaRPr lang="en-US" sz="1100" dirty="0"/>
          </a:p>
        </p:txBody>
      </p:sp>
      <p:sp>
        <p:nvSpPr>
          <p:cNvPr id="4" name="Text 2"/>
          <p:cNvSpPr/>
          <p:nvPr/>
        </p:nvSpPr>
        <p:spPr>
          <a:xfrm>
            <a:off x="457200" y="2651760"/>
            <a:ext cx="3840480" cy="2194560"/>
          </a:xfrm>
          <a:prstGeom prst="rect">
            <a:avLst/>
          </a:prstGeom>
          <a:noFill/>
          <a:ln/>
        </p:spPr>
        <p:txBody>
          <a:bodyPr wrap="square" lIns="0" tIns="0" rIns="0" bIns="0" rtlCol="0" anchor="t"/>
          <a:lstStyle/>
          <a:p>
            <a:pPr marL="0" indent="0" algn="l">
              <a:buNone/>
            </a:pPr>
            <a:r>
              <a:rPr lang="en-US" sz="3400" b="1" dirty="0">
                <a:solidFill>
                  <a:srgbClr val="FFFFFF"/>
                </a:solidFill>
                <a:latin typeface="Georgia" pitchFamily="34" charset="0"/>
                <a:ea typeface="Georgia" pitchFamily="34" charset="-122"/>
                <a:cs typeface="Georgia" pitchFamily="34" charset="-120"/>
              </a:rPr>
              <a:t>Lecture Title</a:t>
            </a:r>
            <a:endParaRPr lang="en-US" sz="3400" dirty="0"/>
          </a:p>
          <a:p>
            <a:pPr marL="0" indent="0" algn="l">
              <a:buNone/>
            </a:pPr>
            <a:r>
              <a:rPr lang="en-US" sz="3400" b="1" dirty="0">
                <a:solidFill>
                  <a:srgbClr val="FFFFFF"/>
                </a:solidFill>
                <a:latin typeface="Georgia" pitchFamily="34" charset="0"/>
                <a:ea typeface="Georgia" pitchFamily="34" charset="-122"/>
                <a:cs typeface="Georgia" pitchFamily="34" charset="-120"/>
              </a:rPr>
              <a:t>Goes Here</a:t>
            </a:r>
            <a:endParaRPr lang="en-US" sz="3400" dirty="0"/>
          </a:p>
        </p:txBody>
      </p:sp>
      <p:sp>
        <p:nvSpPr>
          <p:cNvPr id="5" name="Shape 3"/>
          <p:cNvSpPr/>
          <p:nvPr/>
        </p:nvSpPr>
        <p:spPr>
          <a:xfrm>
            <a:off x="365760" y="45720"/>
            <a:ext cx="2286000" cy="1645920"/>
          </a:xfrm>
          <a:prstGeom prst="ellipse">
            <a:avLst/>
          </a:prstGeom>
          <a:solidFill>
            <a:srgbClr val="162347"/>
          </a:solidFill>
          <a:ln w="19050">
            <a:solidFill>
              <a:srgbClr val="01C4C4"/>
            </a:solidFill>
            <a:prstDash val="solid"/>
          </a:ln>
        </p:spPr>
      </p:sp>
      <p:sp>
        <p:nvSpPr>
          <p:cNvPr id="6" name="Shape 4"/>
          <p:cNvSpPr/>
          <p:nvPr/>
        </p:nvSpPr>
        <p:spPr>
          <a:xfrm>
            <a:off x="5943600" y="3657600"/>
            <a:ext cx="1463040" cy="1097280"/>
          </a:xfrm>
          <a:prstGeom prst="line">
            <a:avLst/>
          </a:prstGeom>
          <a:noFill/>
          <a:ln w="15240">
            <a:solidFill>
              <a:srgbClr val="E85A6C"/>
            </a:solidFill>
            <a:prstDash val="solid"/>
          </a:ln>
        </p:spPr>
      </p:sp>
      <p:sp>
        <p:nvSpPr>
          <p:cNvPr id="7" name="Shape 5"/>
          <p:cNvSpPr/>
          <p:nvPr/>
        </p:nvSpPr>
        <p:spPr>
          <a:xfrm>
            <a:off x="5943600" y="3657600"/>
            <a:ext cx="2194560" cy="640080"/>
          </a:xfrm>
          <a:prstGeom prst="line">
            <a:avLst/>
          </a:prstGeom>
          <a:noFill/>
          <a:ln w="15240">
            <a:solidFill>
              <a:srgbClr val="E85A6C"/>
            </a:solidFill>
            <a:prstDash val="solid"/>
          </a:ln>
        </p:spPr>
      </p:sp>
      <p:sp>
        <p:nvSpPr>
          <p:cNvPr id="8" name="Shape 6"/>
          <p:cNvSpPr/>
          <p:nvPr/>
        </p:nvSpPr>
        <p:spPr>
          <a:xfrm>
            <a:off x="7406640" y="4297680"/>
            <a:ext cx="731520" cy="457200"/>
          </a:xfrm>
          <a:prstGeom prst="line">
            <a:avLst/>
          </a:prstGeom>
          <a:noFill/>
          <a:ln w="15240">
            <a:solidFill>
              <a:srgbClr val="E85A6C"/>
            </a:solidFill>
            <a:prstDash val="solid"/>
          </a:ln>
        </p:spPr>
      </p:sp>
      <p:sp>
        <p:nvSpPr>
          <p:cNvPr id="9" name="Shape 7"/>
          <p:cNvSpPr/>
          <p:nvPr/>
        </p:nvSpPr>
        <p:spPr>
          <a:xfrm>
            <a:off x="8138160" y="4754880"/>
            <a:ext cx="0" cy="0"/>
          </a:xfrm>
          <a:prstGeom prst="line">
            <a:avLst/>
          </a:prstGeom>
          <a:noFill/>
          <a:ln w="15240">
            <a:solidFill>
              <a:srgbClr val="E85A6C"/>
            </a:solidFill>
            <a:prstDash val="solid"/>
          </a:ln>
        </p:spPr>
      </p:sp>
      <p:sp>
        <p:nvSpPr>
          <p:cNvPr id="10" name="Shape 8"/>
          <p:cNvSpPr/>
          <p:nvPr/>
        </p:nvSpPr>
        <p:spPr>
          <a:xfrm>
            <a:off x="8503920" y="4663440"/>
            <a:ext cx="347472" cy="347472"/>
          </a:xfrm>
          <a:prstGeom prst="ellipse">
            <a:avLst/>
          </a:prstGeom>
          <a:solidFill>
            <a:srgbClr val="1A6EE8"/>
          </a:solidFill>
          <a:ln w="12700">
            <a:solidFill>
              <a:srgbClr val="1A6EE8"/>
            </a:solidFill>
            <a:prstDash val="solid"/>
          </a:ln>
        </p:spPr>
      </p:sp>
      <p:sp>
        <p:nvSpPr>
          <p:cNvPr id="11" name="Shape 9"/>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347"/>
        </a:solidFill>
        <a:effectLst/>
      </p:bgPr>
    </p:bg>
    <p:spTree>
      <p:nvGrpSpPr>
        <p:cNvPr id="1" name=""/>
        <p:cNvGrpSpPr/>
        <p:nvPr/>
      </p:nvGrpSpPr>
      <p:grpSpPr>
        <a:xfrm>
          <a:off x="0" y="0"/>
          <a:ext cx="0" cy="0"/>
          <a:chOff x="0" y="0"/>
          <a:chExt cx="0" cy="0"/>
        </a:xfrm>
      </p:grpSpPr>
      <p:sp>
        <p:nvSpPr>
          <p:cNvPr id="2" name="Shape 0"/>
          <p:cNvSpPr/>
          <p:nvPr/>
        </p:nvSpPr>
        <p:spPr>
          <a:xfrm>
            <a:off x="5943600" y="182880"/>
            <a:ext cx="1645920" cy="1371600"/>
          </a:xfrm>
          <a:prstGeom prst="line">
            <a:avLst/>
          </a:prstGeom>
          <a:noFill/>
          <a:ln w="7620">
            <a:solidFill>
              <a:srgbClr val="1A6EE8"/>
            </a:solidFill>
            <a:prstDash val="solid"/>
          </a:ln>
        </p:spPr>
      </p:sp>
      <p:sp>
        <p:nvSpPr>
          <p:cNvPr id="3" name="Shape 1"/>
          <p:cNvSpPr/>
          <p:nvPr/>
        </p:nvSpPr>
        <p:spPr>
          <a:xfrm>
            <a:off x="7589520" y="1554480"/>
            <a:ext cx="914400" cy="3200400"/>
          </a:xfrm>
          <a:prstGeom prst="line">
            <a:avLst/>
          </a:prstGeom>
          <a:noFill/>
          <a:ln w="7620">
            <a:solidFill>
              <a:srgbClr val="1A6EE8"/>
            </a:solidFill>
            <a:prstDash val="solid"/>
          </a:ln>
        </p:spPr>
      </p:sp>
      <p:sp>
        <p:nvSpPr>
          <p:cNvPr id="4" name="Shape 2"/>
          <p:cNvSpPr/>
          <p:nvPr/>
        </p:nvSpPr>
        <p:spPr>
          <a:xfrm>
            <a:off x="5943600" y="182880"/>
            <a:ext cx="2560320" cy="4572000"/>
          </a:xfrm>
          <a:prstGeom prst="line">
            <a:avLst/>
          </a:prstGeom>
          <a:noFill/>
          <a:ln w="7620">
            <a:solidFill>
              <a:srgbClr val="1A6EE8"/>
            </a:solidFill>
            <a:prstDash val="solid"/>
          </a:ln>
        </p:spPr>
      </p:sp>
      <p:sp>
        <p:nvSpPr>
          <p:cNvPr id="5" name="Text 3"/>
          <p:cNvSpPr/>
          <p:nvPr/>
        </p:nvSpPr>
        <p:spPr>
          <a:xfrm>
            <a:off x="3200400" y="201168"/>
            <a:ext cx="2743200" cy="347472"/>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YourOrg</a:t>
            </a:r>
            <a:endParaRPr lang="en-US" sz="1800" dirty="0"/>
          </a:p>
        </p:txBody>
      </p:sp>
      <p:sp>
        <p:nvSpPr>
          <p:cNvPr id="6" name="Text 4"/>
          <p:cNvSpPr/>
          <p:nvPr/>
        </p:nvSpPr>
        <p:spPr>
          <a:xfrm>
            <a:off x="914400" y="1371600"/>
            <a:ext cx="7315200" cy="1737360"/>
          </a:xfrm>
          <a:prstGeom prst="rect">
            <a:avLst/>
          </a:prstGeom>
          <a:noFill/>
          <a:ln/>
        </p:spPr>
        <p:txBody>
          <a:bodyPr wrap="square" lIns="0" tIns="0" rIns="0" bIns="0"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Full Presentation</a:t>
            </a:r>
            <a:endParaRPr lang="en-US" sz="4200" dirty="0"/>
          </a:p>
          <a:p>
            <a:pPr marL="0" indent="0" algn="ctr">
              <a:buNone/>
            </a:pPr>
            <a:r>
              <a:rPr lang="en-US" sz="4200" b="1" dirty="0">
                <a:solidFill>
                  <a:srgbClr val="FFFFFF"/>
                </a:solidFill>
                <a:latin typeface="Georgia" pitchFamily="34" charset="0"/>
                <a:ea typeface="Georgia" pitchFamily="34" charset="-122"/>
                <a:cs typeface="Georgia" pitchFamily="34" charset="-120"/>
              </a:rPr>
              <a:t>Title Goes Here</a:t>
            </a:r>
            <a:endParaRPr lang="en-US" sz="4200" dirty="0"/>
          </a:p>
        </p:txBody>
      </p:sp>
      <p:sp>
        <p:nvSpPr>
          <p:cNvPr id="7" name="Text 5"/>
          <p:cNvSpPr/>
          <p:nvPr/>
        </p:nvSpPr>
        <p:spPr>
          <a:xfrm>
            <a:off x="1828800" y="3246120"/>
            <a:ext cx="54864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Author Name &amp; Co-author Name</a:t>
            </a:r>
            <a:endParaRPr lang="en-US" sz="1600" dirty="0"/>
          </a:p>
        </p:txBody>
      </p:sp>
      <p:sp>
        <p:nvSpPr>
          <p:cNvPr id="8" name="Text 6"/>
          <p:cNvSpPr/>
          <p:nvPr/>
        </p:nvSpPr>
        <p:spPr>
          <a:xfrm>
            <a:off x="2743200" y="4389120"/>
            <a:ext cx="3657600" cy="274320"/>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Conference / Series Name · Year</a:t>
            </a:r>
            <a:endParaRPr lang="en-US" sz="1100" dirty="0"/>
          </a:p>
        </p:txBody>
      </p:sp>
      <p:sp>
        <p:nvSpPr>
          <p:cNvPr id="9" name="Shape 7"/>
          <p:cNvSpPr/>
          <p:nvPr/>
        </p:nvSpPr>
        <p:spPr>
          <a:xfrm>
            <a:off x="8503920" y="4663440"/>
            <a:ext cx="347472" cy="347472"/>
          </a:xfrm>
          <a:prstGeom prst="ellipse">
            <a:avLst/>
          </a:prstGeom>
          <a:solidFill>
            <a:srgbClr val="1A6EE8"/>
          </a:solidFill>
          <a:ln w="12700">
            <a:solidFill>
              <a:srgbClr val="1A6EE8"/>
            </a:solidFill>
            <a:prstDash val="solid"/>
          </a:ln>
        </p:spPr>
      </p:sp>
      <p:sp>
        <p:nvSpPr>
          <p:cNvPr id="10" name="Shape 8"/>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F0F4F8"/>
          </a:solidFill>
          <a:ln w="12700">
            <a:solidFill>
              <a:srgbClr val="F0F4F8"/>
            </a:solidFill>
            <a:prstDash val="solid"/>
          </a:ln>
        </p:spPr>
      </p:sp>
      <p:sp>
        <p:nvSpPr>
          <p:cNvPr id="3" name="Shape 1"/>
          <p:cNvSpPr/>
          <p:nvPr/>
        </p:nvSpPr>
        <p:spPr>
          <a:xfrm>
            <a:off x="7269480" y="0"/>
            <a:ext cx="1874520" cy="749808"/>
          </a:xfrm>
          <a:prstGeom prst="rect">
            <a:avLst/>
          </a:prstGeom>
          <a:solidFill>
            <a:srgbClr val="F5C100"/>
          </a:solidFill>
          <a:ln w="12700">
            <a:solidFill>
              <a:srgbClr val="F5C100"/>
            </a:solidFill>
            <a:prstDash val="solid"/>
          </a:ln>
        </p:spPr>
      </p:sp>
      <p:sp>
        <p:nvSpPr>
          <p:cNvPr id="4" name="Text 2"/>
          <p:cNvSpPr/>
          <p:nvPr/>
        </p:nvSpPr>
        <p:spPr>
          <a:xfrm>
            <a:off x="7315200" y="18288"/>
            <a:ext cx="1783080" cy="201168"/>
          </a:xfrm>
          <a:prstGeom prst="rect">
            <a:avLst/>
          </a:prstGeom>
          <a:noFill/>
          <a:ln/>
        </p:spPr>
        <p:txBody>
          <a:bodyPr wrap="square" lIns="0" tIns="0" rIns="0" bIns="0" rtlCol="0" anchor="ctr"/>
          <a:lstStyle/>
          <a:p>
            <a:pPr marL="0" indent="0" algn="l">
              <a:buNone/>
            </a:pPr>
            <a:r>
              <a:rPr lang="en-US" sz="750" b="1" dirty="0">
                <a:solidFill>
                  <a:srgbClr val="000000"/>
                </a:solidFill>
                <a:latin typeface="Calibri" pitchFamily="34" charset="0"/>
                <a:ea typeface="Calibri" pitchFamily="34" charset="-122"/>
                <a:cs typeface="Calibri" pitchFamily="34" charset="-120"/>
              </a:rPr>
              <a:t>Want to learn more?</a:t>
            </a:r>
            <a:endParaRPr lang="en-US" sz="750" dirty="0"/>
          </a:p>
        </p:txBody>
      </p:sp>
      <p:sp>
        <p:nvSpPr>
          <p:cNvPr id="5" name="Shape 3"/>
          <p:cNvSpPr/>
          <p:nvPr/>
        </p:nvSpPr>
        <p:spPr>
          <a:xfrm>
            <a:off x="7360920" y="256032"/>
            <a:ext cx="201168" cy="256032"/>
          </a:xfrm>
          <a:prstGeom prst="rect">
            <a:avLst/>
          </a:prstGeom>
          <a:solidFill>
            <a:srgbClr val="000000"/>
          </a:solidFill>
          <a:ln w="12700">
            <a:solidFill>
              <a:srgbClr val="000000"/>
            </a:solidFill>
            <a:prstDash val="solid"/>
          </a:ln>
        </p:spPr>
      </p:sp>
      <p:sp>
        <p:nvSpPr>
          <p:cNvPr id="6" name="Shape 4"/>
          <p:cNvSpPr/>
          <p:nvPr/>
        </p:nvSpPr>
        <p:spPr>
          <a:xfrm>
            <a:off x="7360920" y="256032"/>
            <a:ext cx="82296" cy="82296"/>
          </a:xfrm>
          <a:prstGeom prst="rect">
            <a:avLst/>
          </a:prstGeom>
          <a:solidFill>
            <a:srgbClr val="F5C100"/>
          </a:solidFill>
          <a:ln w="12700">
            <a:solidFill>
              <a:srgbClr val="F5C100"/>
            </a:solidFill>
            <a:prstDash val="solid"/>
          </a:ln>
        </p:spPr>
      </p:sp>
      <p:sp>
        <p:nvSpPr>
          <p:cNvPr id="7" name="Text 5"/>
          <p:cNvSpPr/>
          <p:nvPr/>
        </p:nvSpPr>
        <p:spPr>
          <a:xfrm>
            <a:off x="7616952" y="237744"/>
            <a:ext cx="1463040" cy="457200"/>
          </a:xfrm>
          <a:prstGeom prst="rect">
            <a:avLst/>
          </a:prstGeom>
          <a:noFill/>
          <a:ln/>
        </p:spPr>
        <p:txBody>
          <a:bodyPr wrap="square" lIns="0" tIns="0" rIns="0" bIns="0" rtlCol="0" anchor="ctr"/>
          <a:lstStyle/>
          <a:p>
            <a:pPr marL="0" indent="0" algn="l">
              <a:buNone/>
            </a:pPr>
            <a:r>
              <a:rPr lang="en-US" sz="650" dirty="0">
                <a:solidFill>
                  <a:srgbClr val="000000"/>
                </a:solidFill>
                <a:latin typeface="Calibri" pitchFamily="34" charset="0"/>
                <a:ea typeface="Calibri" pitchFamily="34" charset="-122"/>
                <a:cs typeface="Calibri" pitchFamily="34" charset="-120"/>
              </a:rPr>
              <a:t>Related reference or resource for further reading</a:t>
            </a:r>
            <a:endParaRPr lang="en-US" sz="650" dirty="0"/>
          </a:p>
        </p:txBody>
      </p:sp>
      <p:sp>
        <p:nvSpPr>
          <p:cNvPr id="8" name="Text 6"/>
          <p:cNvSpPr/>
          <p:nvPr/>
        </p:nvSpPr>
        <p:spPr>
          <a:xfrm>
            <a:off x="457200" y="164592"/>
            <a:ext cx="6400800" cy="502920"/>
          </a:xfrm>
          <a:prstGeom prst="rect">
            <a:avLst/>
          </a:prstGeom>
          <a:noFill/>
          <a:ln/>
        </p:spPr>
        <p:txBody>
          <a:bodyPr wrap="square" lIns="0" tIns="0" rIns="0" bIns="0" rtlCol="0" anchor="ctr"/>
          <a:lstStyle/>
          <a:p>
            <a:pPr marL="0" indent="0">
              <a:buNone/>
            </a:pPr>
            <a:r>
              <a:rPr lang="en-US" sz="2200" b="1" i="1" dirty="0">
                <a:solidFill>
                  <a:srgbClr val="1A6EE8"/>
                </a:solidFill>
                <a:latin typeface="Georgia" pitchFamily="34" charset="0"/>
                <a:ea typeface="Georgia" pitchFamily="34" charset="-122"/>
                <a:cs typeface="Georgia" pitchFamily="34" charset="-120"/>
              </a:rPr>
              <a:t>Plan for this Lecture</a:t>
            </a:r>
            <a:endParaRPr lang="en-US" sz="2200" dirty="0"/>
          </a:p>
        </p:txBody>
      </p:sp>
      <p:sp>
        <p:nvSpPr>
          <p:cNvPr id="9" name="Text 7"/>
          <p:cNvSpPr/>
          <p:nvPr/>
        </p:nvSpPr>
        <p:spPr>
          <a:xfrm>
            <a:off x="502920" y="12344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01</a:t>
            </a:r>
            <a:endParaRPr lang="en-US" sz="3400" dirty="0"/>
          </a:p>
        </p:txBody>
      </p:sp>
      <p:sp>
        <p:nvSpPr>
          <p:cNvPr id="10" name="Text 8"/>
          <p:cNvSpPr/>
          <p:nvPr/>
        </p:nvSpPr>
        <p:spPr>
          <a:xfrm>
            <a:off x="502920" y="18288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one</a:t>
            </a:r>
            <a:endParaRPr lang="en-US" sz="1300" dirty="0"/>
          </a:p>
        </p:txBody>
      </p:sp>
      <p:sp>
        <p:nvSpPr>
          <p:cNvPr id="11" name="Text 9"/>
          <p:cNvSpPr/>
          <p:nvPr/>
        </p:nvSpPr>
        <p:spPr>
          <a:xfrm>
            <a:off x="3383280" y="12344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02</a:t>
            </a:r>
            <a:endParaRPr lang="en-US" sz="3400" dirty="0"/>
          </a:p>
        </p:txBody>
      </p:sp>
      <p:sp>
        <p:nvSpPr>
          <p:cNvPr id="12" name="Text 10"/>
          <p:cNvSpPr/>
          <p:nvPr/>
        </p:nvSpPr>
        <p:spPr>
          <a:xfrm>
            <a:off x="3383280" y="18288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two</a:t>
            </a:r>
            <a:endParaRPr lang="en-US" sz="1300" dirty="0"/>
          </a:p>
        </p:txBody>
      </p:sp>
      <p:sp>
        <p:nvSpPr>
          <p:cNvPr id="13" name="Text 11"/>
          <p:cNvSpPr/>
          <p:nvPr/>
        </p:nvSpPr>
        <p:spPr>
          <a:xfrm>
            <a:off x="6263640" y="12344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03</a:t>
            </a:r>
            <a:endParaRPr lang="en-US" sz="3400" dirty="0"/>
          </a:p>
        </p:txBody>
      </p:sp>
      <p:sp>
        <p:nvSpPr>
          <p:cNvPr id="14" name="Text 12"/>
          <p:cNvSpPr/>
          <p:nvPr/>
        </p:nvSpPr>
        <p:spPr>
          <a:xfrm>
            <a:off x="6263640" y="18288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three</a:t>
            </a:r>
            <a:endParaRPr lang="en-US" sz="1300" dirty="0"/>
          </a:p>
        </p:txBody>
      </p:sp>
      <p:sp>
        <p:nvSpPr>
          <p:cNvPr id="15" name="Text 13"/>
          <p:cNvSpPr/>
          <p:nvPr/>
        </p:nvSpPr>
        <p:spPr>
          <a:xfrm>
            <a:off x="502920" y="28346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04</a:t>
            </a:r>
            <a:endParaRPr lang="en-US" sz="3400" dirty="0"/>
          </a:p>
        </p:txBody>
      </p:sp>
      <p:sp>
        <p:nvSpPr>
          <p:cNvPr id="16" name="Text 14"/>
          <p:cNvSpPr/>
          <p:nvPr/>
        </p:nvSpPr>
        <p:spPr>
          <a:xfrm>
            <a:off x="502920" y="34290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four</a:t>
            </a:r>
            <a:endParaRPr lang="en-US" sz="1300" dirty="0"/>
          </a:p>
        </p:txBody>
      </p:sp>
      <p:sp>
        <p:nvSpPr>
          <p:cNvPr id="17" name="Text 15"/>
          <p:cNvSpPr/>
          <p:nvPr/>
        </p:nvSpPr>
        <p:spPr>
          <a:xfrm>
            <a:off x="3383280" y="28346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05</a:t>
            </a:r>
            <a:endParaRPr lang="en-US" sz="3400" dirty="0"/>
          </a:p>
        </p:txBody>
      </p:sp>
      <p:sp>
        <p:nvSpPr>
          <p:cNvPr id="18" name="Text 16"/>
          <p:cNvSpPr/>
          <p:nvPr/>
        </p:nvSpPr>
        <p:spPr>
          <a:xfrm>
            <a:off x="3383280" y="34290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five</a:t>
            </a:r>
            <a:endParaRPr lang="en-US" sz="1300" dirty="0"/>
          </a:p>
        </p:txBody>
      </p:sp>
      <p:sp>
        <p:nvSpPr>
          <p:cNvPr id="19" name="Text 17"/>
          <p:cNvSpPr/>
          <p:nvPr/>
        </p:nvSpPr>
        <p:spPr>
          <a:xfrm>
            <a:off x="6263640" y="2834640"/>
            <a:ext cx="1371600" cy="594360"/>
          </a:xfrm>
          <a:prstGeom prst="rect">
            <a:avLst/>
          </a:prstGeom>
          <a:noFill/>
          <a:ln/>
        </p:spPr>
        <p:txBody>
          <a:bodyPr wrap="square" lIns="0" tIns="0" rIns="0" bIns="0" rtlCol="0" anchor="ctr"/>
          <a:lstStyle/>
          <a:p>
            <a:pPr marL="0" indent="0">
              <a:buNone/>
            </a:pPr>
            <a:r>
              <a:rPr lang="en-US" sz="3400" dirty="0">
                <a:solidFill>
                  <a:srgbClr val="1A6EE8"/>
                </a:solidFill>
                <a:latin typeface="Georgia" pitchFamily="34" charset="0"/>
                <a:ea typeface="Georgia" pitchFamily="34" charset="-122"/>
                <a:cs typeface="Georgia" pitchFamily="34" charset="-120"/>
              </a:rPr>
              <a:t>06</a:t>
            </a:r>
            <a:endParaRPr lang="en-US" sz="3400" dirty="0"/>
          </a:p>
        </p:txBody>
      </p:sp>
      <p:sp>
        <p:nvSpPr>
          <p:cNvPr id="20" name="Text 18"/>
          <p:cNvSpPr/>
          <p:nvPr/>
        </p:nvSpPr>
        <p:spPr>
          <a:xfrm>
            <a:off x="6263640" y="3429000"/>
            <a:ext cx="2468880" cy="640080"/>
          </a:xfrm>
          <a:prstGeom prst="rect">
            <a:avLst/>
          </a:prstGeom>
          <a:noFill/>
          <a:ln/>
        </p:spPr>
        <p:txBody>
          <a:bodyPr wrap="square" lIns="0" tIns="0" rIns="0" bIns="0" rtlCol="0" anchor="ctr"/>
          <a:lstStyle/>
          <a:p>
            <a:pPr marL="0" indent="0">
              <a:buNone/>
            </a:pPr>
            <a:r>
              <a:rPr lang="en-US" sz="1300" dirty="0">
                <a:solidFill>
                  <a:srgbClr val="333333"/>
                </a:solidFill>
                <a:latin typeface="Calibri" pitchFamily="34" charset="0"/>
                <a:ea typeface="Calibri" pitchFamily="34" charset="-122"/>
                <a:cs typeface="Calibri" pitchFamily="34" charset="-120"/>
              </a:rPr>
              <a:t>Section title six</a:t>
            </a:r>
            <a:endParaRPr lang="en-US" sz="1300" dirty="0"/>
          </a:p>
        </p:txBody>
      </p:sp>
      <p:sp>
        <p:nvSpPr>
          <p:cNvPr id="21" name="Shape 19"/>
          <p:cNvSpPr/>
          <p:nvPr/>
        </p:nvSpPr>
        <p:spPr>
          <a:xfrm>
            <a:off x="8503920" y="4663440"/>
            <a:ext cx="347472" cy="347472"/>
          </a:xfrm>
          <a:prstGeom prst="ellipse">
            <a:avLst/>
          </a:prstGeom>
          <a:solidFill>
            <a:srgbClr val="1A6EE8"/>
          </a:solidFill>
          <a:ln w="12700">
            <a:solidFill>
              <a:srgbClr val="1A6EE8"/>
            </a:solidFill>
            <a:prstDash val="solid"/>
          </a:ln>
        </p:spPr>
      </p:sp>
      <p:sp>
        <p:nvSpPr>
          <p:cNvPr id="22" name="Shape 20"/>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47"/>
        </a:solidFill>
        <a:effectLst/>
      </p:bgPr>
    </p:bg>
    <p:spTree>
      <p:nvGrpSpPr>
        <p:cNvPr id="1" name=""/>
        <p:cNvGrpSpPr/>
        <p:nvPr/>
      </p:nvGrpSpPr>
      <p:grpSpPr>
        <a:xfrm>
          <a:off x="0" y="0"/>
          <a:ext cx="0" cy="0"/>
          <a:chOff x="0" y="0"/>
          <a:chExt cx="0" cy="0"/>
        </a:xfrm>
      </p:grpSpPr>
      <p:sp>
        <p:nvSpPr>
          <p:cNvPr id="2" name="Shape 0"/>
          <p:cNvSpPr/>
          <p:nvPr/>
        </p:nvSpPr>
        <p:spPr>
          <a:xfrm>
            <a:off x="365760" y="365760"/>
            <a:ext cx="1828800" cy="3200400"/>
          </a:xfrm>
          <a:prstGeom prst="line">
            <a:avLst/>
          </a:prstGeom>
          <a:noFill/>
          <a:ln w="7620">
            <a:solidFill>
              <a:srgbClr val="1A6EE8"/>
            </a:solidFill>
            <a:prstDash val="solid"/>
          </a:ln>
        </p:spPr>
      </p:sp>
      <p:sp>
        <p:nvSpPr>
          <p:cNvPr id="3" name="Shape 1"/>
          <p:cNvSpPr/>
          <p:nvPr/>
        </p:nvSpPr>
        <p:spPr>
          <a:xfrm>
            <a:off x="365760" y="3566160"/>
            <a:ext cx="1280160" cy="1188720"/>
          </a:xfrm>
          <a:prstGeom prst="line">
            <a:avLst/>
          </a:prstGeom>
          <a:noFill/>
          <a:ln w="7620">
            <a:solidFill>
              <a:srgbClr val="1A6EE8"/>
            </a:solidFill>
            <a:prstDash val="solid"/>
          </a:ln>
        </p:spPr>
      </p:sp>
      <p:sp>
        <p:nvSpPr>
          <p:cNvPr id="4" name="Shape 2"/>
          <p:cNvSpPr/>
          <p:nvPr/>
        </p:nvSpPr>
        <p:spPr>
          <a:xfrm>
            <a:off x="6858000" y="457200"/>
            <a:ext cx="1645920" cy="1828800"/>
          </a:xfrm>
          <a:prstGeom prst="line">
            <a:avLst/>
          </a:prstGeom>
          <a:noFill/>
          <a:ln w="7620">
            <a:solidFill>
              <a:srgbClr val="1A6EE8"/>
            </a:solidFill>
            <a:prstDash val="solid"/>
          </a:ln>
        </p:spPr>
      </p:sp>
      <p:sp>
        <p:nvSpPr>
          <p:cNvPr id="5" name="Shape 3"/>
          <p:cNvSpPr/>
          <p:nvPr/>
        </p:nvSpPr>
        <p:spPr>
          <a:xfrm>
            <a:off x="6858000" y="2286000"/>
            <a:ext cx="2011680" cy="2011680"/>
          </a:xfrm>
          <a:prstGeom prst="line">
            <a:avLst/>
          </a:prstGeom>
          <a:noFill/>
          <a:ln w="7620">
            <a:solidFill>
              <a:srgbClr val="1A6EE8"/>
            </a:solidFill>
            <a:prstDash val="solid"/>
          </a:ln>
        </p:spPr>
      </p:sp>
      <p:sp>
        <p:nvSpPr>
          <p:cNvPr id="6" name="Text 4"/>
          <p:cNvSpPr/>
          <p:nvPr/>
        </p:nvSpPr>
        <p:spPr>
          <a:xfrm>
            <a:off x="3200400" y="201168"/>
            <a:ext cx="2743200" cy="347472"/>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YourOrg</a:t>
            </a:r>
            <a:endParaRPr lang="en-US" sz="1800" dirty="0"/>
          </a:p>
        </p:txBody>
      </p:sp>
      <p:sp>
        <p:nvSpPr>
          <p:cNvPr id="7" name="Text 5"/>
          <p:cNvSpPr/>
          <p:nvPr/>
        </p:nvSpPr>
        <p:spPr>
          <a:xfrm>
            <a:off x="1828800" y="1188720"/>
            <a:ext cx="1645920" cy="2743200"/>
          </a:xfrm>
          <a:prstGeom prst="rect">
            <a:avLst/>
          </a:prstGeom>
          <a:noFill/>
          <a:ln/>
        </p:spPr>
        <p:txBody>
          <a:bodyPr wrap="square" lIns="0" tIns="0" rIns="0" bIns="0" rtlCol="0" anchor="ctr"/>
          <a:lstStyle/>
          <a:p>
            <a:pPr marL="0" indent="0" algn="r">
              <a:buNone/>
            </a:pPr>
            <a:r>
              <a:rPr lang="en-US" sz="14000" dirty="0">
                <a:solidFill>
                  <a:srgbClr val="FFFFFF"/>
                </a:solidFill>
                <a:latin typeface="Georgia" pitchFamily="34" charset="0"/>
                <a:ea typeface="Georgia" pitchFamily="34" charset="-122"/>
                <a:cs typeface="Georgia" pitchFamily="34" charset="-120"/>
              </a:rPr>
              <a:t>1</a:t>
            </a:r>
            <a:endParaRPr lang="en-US" sz="14000" dirty="0"/>
          </a:p>
        </p:txBody>
      </p:sp>
      <p:sp>
        <p:nvSpPr>
          <p:cNvPr id="8" name="Text 6"/>
          <p:cNvSpPr/>
          <p:nvPr/>
        </p:nvSpPr>
        <p:spPr>
          <a:xfrm>
            <a:off x="3840480" y="1828800"/>
            <a:ext cx="4572000" cy="2011680"/>
          </a:xfrm>
          <a:prstGeom prst="rect">
            <a:avLst/>
          </a:prstGeom>
          <a:noFill/>
          <a:ln/>
        </p:spPr>
        <p:txBody>
          <a:bodyPr wrap="square" lIns="0" tIns="0" rIns="0" bIns="0"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Section Title</a:t>
            </a:r>
            <a:endParaRPr lang="en-US" sz="3800" dirty="0"/>
          </a:p>
          <a:p>
            <a:pPr marL="0" indent="0" algn="l">
              <a:buNone/>
            </a:pPr>
            <a:r>
              <a:rPr lang="en-US" sz="3800" b="1" dirty="0">
                <a:solidFill>
                  <a:srgbClr val="FFFFFF"/>
                </a:solidFill>
                <a:latin typeface="Georgia" pitchFamily="34" charset="0"/>
                <a:ea typeface="Georgia" pitchFamily="34" charset="-122"/>
                <a:cs typeface="Georgia" pitchFamily="34" charset="-120"/>
              </a:rPr>
              <a:t>Goes Here</a:t>
            </a:r>
            <a:endParaRPr lang="en-US" sz="3800" dirty="0"/>
          </a:p>
        </p:txBody>
      </p:sp>
      <p:sp>
        <p:nvSpPr>
          <p:cNvPr id="9" name="Shape 7"/>
          <p:cNvSpPr/>
          <p:nvPr/>
        </p:nvSpPr>
        <p:spPr>
          <a:xfrm>
            <a:off x="8503920" y="4663440"/>
            <a:ext cx="347472" cy="347472"/>
          </a:xfrm>
          <a:prstGeom prst="ellipse">
            <a:avLst/>
          </a:prstGeom>
          <a:solidFill>
            <a:srgbClr val="1A6EE8"/>
          </a:solidFill>
          <a:ln w="12700">
            <a:solidFill>
              <a:srgbClr val="1A6EE8"/>
            </a:solidFill>
            <a:prstDash val="solid"/>
          </a:ln>
        </p:spPr>
      </p:sp>
      <p:sp>
        <p:nvSpPr>
          <p:cNvPr id="10" name="Shape 8"/>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6858000" cy="457200"/>
          </a:xfrm>
          <a:prstGeom prst="rect">
            <a:avLst/>
          </a:prstGeom>
          <a:noFill/>
          <a:ln/>
        </p:spPr>
        <p:txBody>
          <a:bodyPr wrap="square" lIns="0" tIns="0" rIns="0" bIns="0" rtlCol="0" anchor="ctr"/>
          <a:lstStyle/>
          <a:p>
            <a:pPr marL="0" indent="0">
              <a:buNone/>
            </a:pPr>
            <a:r>
              <a:rPr lang="en-US" sz="2200" b="1" i="1" dirty="0">
                <a:solidFill>
                  <a:srgbClr val="1A6EE8"/>
                </a:solidFill>
                <a:latin typeface="Georgia" pitchFamily="34" charset="0"/>
                <a:ea typeface="Georgia" pitchFamily="34" charset="-122"/>
                <a:cs typeface="Georgia" pitchFamily="34" charset="-120"/>
              </a:rPr>
              <a:t>Slide Title</a:t>
            </a:r>
            <a:endParaRPr lang="en-US" sz="2200" dirty="0"/>
          </a:p>
        </p:txBody>
      </p:sp>
      <p:sp>
        <p:nvSpPr>
          <p:cNvPr id="3" name="Shape 1"/>
          <p:cNvSpPr/>
          <p:nvPr/>
        </p:nvSpPr>
        <p:spPr>
          <a:xfrm>
            <a:off x="457200" y="868680"/>
            <a:ext cx="2560320" cy="1554480"/>
          </a:xfrm>
          <a:prstGeom prst="rect">
            <a:avLst/>
          </a:prstGeom>
          <a:solidFill>
            <a:srgbClr val="D4DBE2"/>
          </a:solidFill>
          <a:ln w="6350">
            <a:solidFill>
              <a:srgbClr val="8FA3BF"/>
            </a:solidFill>
            <a:prstDash val="solid"/>
          </a:ln>
        </p:spPr>
      </p:sp>
      <p:sp>
        <p:nvSpPr>
          <p:cNvPr id="4" name="Text 2"/>
          <p:cNvSpPr/>
          <p:nvPr/>
        </p:nvSpPr>
        <p:spPr>
          <a:xfrm>
            <a:off x="457200" y="868680"/>
            <a:ext cx="2560320" cy="155448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Image / Diagram</a:t>
            </a:r>
            <a:endParaRPr lang="en-US" sz="1000" dirty="0"/>
          </a:p>
        </p:txBody>
      </p:sp>
      <p:sp>
        <p:nvSpPr>
          <p:cNvPr id="5" name="Text 3"/>
          <p:cNvSpPr/>
          <p:nvPr/>
        </p:nvSpPr>
        <p:spPr>
          <a:xfrm>
            <a:off x="457200" y="2542032"/>
            <a:ext cx="2560320" cy="365760"/>
          </a:xfrm>
          <a:prstGeom prst="rect">
            <a:avLst/>
          </a:prstGeom>
          <a:noFill/>
          <a:ln/>
        </p:spPr>
        <p:txBody>
          <a:bodyPr wrap="square" lIns="0" tIns="0" rIns="0" bIns="0" rtlCol="0" anchor="ctr"/>
          <a:lstStyle/>
          <a:p>
            <a:pPr marL="0" indent="0">
              <a:buNone/>
            </a:pPr>
            <a:r>
              <a:rPr lang="en-US" sz="1400" b="1" dirty="0">
                <a:solidFill>
                  <a:srgbClr val="1A6EE8"/>
                </a:solidFill>
                <a:latin typeface="Calibri" pitchFamily="34" charset="0"/>
                <a:ea typeface="Calibri" pitchFamily="34" charset="-122"/>
                <a:cs typeface="Calibri" pitchFamily="34" charset="-120"/>
              </a:rPr>
              <a:t>Column One Heading</a:t>
            </a:r>
            <a:endParaRPr lang="en-US" sz="1400" dirty="0"/>
          </a:p>
        </p:txBody>
      </p:sp>
      <p:sp>
        <p:nvSpPr>
          <p:cNvPr id="6" name="Text 4"/>
          <p:cNvSpPr/>
          <p:nvPr/>
        </p:nvSpPr>
        <p:spPr>
          <a:xfrm>
            <a:off x="457200" y="2944368"/>
            <a:ext cx="2560320" cy="1645920"/>
          </a:xfrm>
          <a:prstGeom prst="rect">
            <a:avLst/>
          </a:prstGeom>
          <a:noFill/>
          <a:ln/>
        </p:spPr>
        <p:txBody>
          <a:bodyPr wrap="square" lIns="0" tIns="0" rIns="0" bIns="0" rtlCol="0" anchor="t"/>
          <a:lstStyle/>
          <a:p>
            <a:pPr marL="0" indent="0" algn="l">
              <a:lnSpc>
                <a:spcPct val="130000"/>
              </a:lnSpc>
              <a:buNone/>
            </a:pPr>
            <a:r>
              <a:rPr lang="en-US" sz="1200" dirty="0">
                <a:solidFill>
                  <a:srgbClr val="333333"/>
                </a:solidFill>
                <a:latin typeface="Calibri" pitchFamily="34" charset="0"/>
                <a:ea typeface="Calibri" pitchFamily="34" charset="-122"/>
                <a:cs typeface="Calibri" pitchFamily="34" charset="-120"/>
              </a:rPr>
              <a:t>Describe the first concept, approach, or category here. Keep to 2–3 sentences. Add supporting detail below.</a:t>
            </a:r>
            <a:endParaRPr lang="en-US" sz="1200" dirty="0"/>
          </a:p>
        </p:txBody>
      </p:sp>
      <p:sp>
        <p:nvSpPr>
          <p:cNvPr id="7" name="Shape 5"/>
          <p:cNvSpPr/>
          <p:nvPr/>
        </p:nvSpPr>
        <p:spPr>
          <a:xfrm>
            <a:off x="3291840" y="868680"/>
            <a:ext cx="2560320" cy="1554480"/>
          </a:xfrm>
          <a:prstGeom prst="rect">
            <a:avLst/>
          </a:prstGeom>
          <a:solidFill>
            <a:srgbClr val="D4DBE2"/>
          </a:solidFill>
          <a:ln w="6350">
            <a:solidFill>
              <a:srgbClr val="8FA3BF"/>
            </a:solidFill>
            <a:prstDash val="solid"/>
          </a:ln>
        </p:spPr>
      </p:sp>
      <p:sp>
        <p:nvSpPr>
          <p:cNvPr id="8" name="Text 6"/>
          <p:cNvSpPr/>
          <p:nvPr/>
        </p:nvSpPr>
        <p:spPr>
          <a:xfrm>
            <a:off x="3291840" y="868680"/>
            <a:ext cx="2560320" cy="155448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Image / Diagram</a:t>
            </a:r>
            <a:endParaRPr lang="en-US" sz="1000" dirty="0"/>
          </a:p>
        </p:txBody>
      </p:sp>
      <p:sp>
        <p:nvSpPr>
          <p:cNvPr id="9" name="Text 7"/>
          <p:cNvSpPr/>
          <p:nvPr/>
        </p:nvSpPr>
        <p:spPr>
          <a:xfrm>
            <a:off x="3291840" y="2542032"/>
            <a:ext cx="2560320" cy="365760"/>
          </a:xfrm>
          <a:prstGeom prst="rect">
            <a:avLst/>
          </a:prstGeom>
          <a:noFill/>
          <a:ln/>
        </p:spPr>
        <p:txBody>
          <a:bodyPr wrap="square" lIns="0" tIns="0" rIns="0" bIns="0" rtlCol="0" anchor="ctr"/>
          <a:lstStyle/>
          <a:p>
            <a:pPr marL="0" indent="0">
              <a:buNone/>
            </a:pPr>
            <a:r>
              <a:rPr lang="en-US" sz="1400" b="1" dirty="0">
                <a:solidFill>
                  <a:srgbClr val="1A6EE8"/>
                </a:solidFill>
                <a:latin typeface="Calibri" pitchFamily="34" charset="0"/>
                <a:ea typeface="Calibri" pitchFamily="34" charset="-122"/>
                <a:cs typeface="Calibri" pitchFamily="34" charset="-120"/>
              </a:rPr>
              <a:t>Column Two Heading</a:t>
            </a:r>
            <a:endParaRPr lang="en-US" sz="1400" dirty="0"/>
          </a:p>
        </p:txBody>
      </p:sp>
      <p:sp>
        <p:nvSpPr>
          <p:cNvPr id="10" name="Text 8"/>
          <p:cNvSpPr/>
          <p:nvPr/>
        </p:nvSpPr>
        <p:spPr>
          <a:xfrm>
            <a:off x="3291840" y="2944368"/>
            <a:ext cx="2560320" cy="1645920"/>
          </a:xfrm>
          <a:prstGeom prst="rect">
            <a:avLst/>
          </a:prstGeom>
          <a:noFill/>
          <a:ln/>
        </p:spPr>
        <p:txBody>
          <a:bodyPr wrap="square" lIns="0" tIns="0" rIns="0" bIns="0" rtlCol="0" anchor="t"/>
          <a:lstStyle/>
          <a:p>
            <a:pPr marL="0" indent="0" algn="l">
              <a:lnSpc>
                <a:spcPct val="130000"/>
              </a:lnSpc>
              <a:buNone/>
            </a:pPr>
            <a:r>
              <a:rPr lang="en-US" sz="1200" dirty="0">
                <a:solidFill>
                  <a:srgbClr val="333333"/>
                </a:solidFill>
                <a:latin typeface="Calibri" pitchFamily="34" charset="0"/>
                <a:ea typeface="Calibri" pitchFamily="34" charset="-122"/>
                <a:cs typeface="Calibri" pitchFamily="34" charset="-120"/>
              </a:rPr>
              <a:t>Describe the second concept or approach. Use parallel structure across all three columns for visual consistency.</a:t>
            </a:r>
            <a:endParaRPr lang="en-US" sz="1200" dirty="0"/>
          </a:p>
        </p:txBody>
      </p:sp>
      <p:sp>
        <p:nvSpPr>
          <p:cNvPr id="11" name="Shape 9"/>
          <p:cNvSpPr/>
          <p:nvPr/>
        </p:nvSpPr>
        <p:spPr>
          <a:xfrm>
            <a:off x="6126480" y="868680"/>
            <a:ext cx="2560320" cy="1554480"/>
          </a:xfrm>
          <a:prstGeom prst="rect">
            <a:avLst/>
          </a:prstGeom>
          <a:solidFill>
            <a:srgbClr val="D4DBE2"/>
          </a:solidFill>
          <a:ln w="6350">
            <a:solidFill>
              <a:srgbClr val="8FA3BF"/>
            </a:solidFill>
            <a:prstDash val="solid"/>
          </a:ln>
        </p:spPr>
      </p:sp>
      <p:sp>
        <p:nvSpPr>
          <p:cNvPr id="12" name="Text 10"/>
          <p:cNvSpPr/>
          <p:nvPr/>
        </p:nvSpPr>
        <p:spPr>
          <a:xfrm>
            <a:off x="6126480" y="868680"/>
            <a:ext cx="2560320" cy="155448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Image / Diagram</a:t>
            </a:r>
            <a:endParaRPr lang="en-US" sz="1000" dirty="0"/>
          </a:p>
        </p:txBody>
      </p:sp>
      <p:sp>
        <p:nvSpPr>
          <p:cNvPr id="13" name="Text 11"/>
          <p:cNvSpPr/>
          <p:nvPr/>
        </p:nvSpPr>
        <p:spPr>
          <a:xfrm>
            <a:off x="6126480" y="2542032"/>
            <a:ext cx="2560320" cy="365760"/>
          </a:xfrm>
          <a:prstGeom prst="rect">
            <a:avLst/>
          </a:prstGeom>
          <a:noFill/>
          <a:ln/>
        </p:spPr>
        <p:txBody>
          <a:bodyPr wrap="square" lIns="0" tIns="0" rIns="0" bIns="0" rtlCol="0" anchor="ctr"/>
          <a:lstStyle/>
          <a:p>
            <a:pPr marL="0" indent="0">
              <a:buNone/>
            </a:pPr>
            <a:r>
              <a:rPr lang="en-US" sz="1400" b="1" dirty="0">
                <a:solidFill>
                  <a:srgbClr val="1A6EE8"/>
                </a:solidFill>
                <a:latin typeface="Calibri" pitchFamily="34" charset="0"/>
                <a:ea typeface="Calibri" pitchFamily="34" charset="-122"/>
                <a:cs typeface="Calibri" pitchFamily="34" charset="-120"/>
              </a:rPr>
              <a:t>Column Three Heading</a:t>
            </a:r>
            <a:endParaRPr lang="en-US" sz="1400" dirty="0"/>
          </a:p>
        </p:txBody>
      </p:sp>
      <p:sp>
        <p:nvSpPr>
          <p:cNvPr id="14" name="Text 12"/>
          <p:cNvSpPr/>
          <p:nvPr/>
        </p:nvSpPr>
        <p:spPr>
          <a:xfrm>
            <a:off x="6126480" y="2944368"/>
            <a:ext cx="2560320" cy="1645920"/>
          </a:xfrm>
          <a:prstGeom prst="rect">
            <a:avLst/>
          </a:prstGeom>
          <a:noFill/>
          <a:ln/>
        </p:spPr>
        <p:txBody>
          <a:bodyPr wrap="square" lIns="0" tIns="0" rIns="0" bIns="0" rtlCol="0" anchor="t"/>
          <a:lstStyle/>
          <a:p>
            <a:pPr marL="0" indent="0" algn="l">
              <a:lnSpc>
                <a:spcPct val="130000"/>
              </a:lnSpc>
              <a:buNone/>
            </a:pPr>
            <a:r>
              <a:rPr lang="en-US" sz="1200" dirty="0">
                <a:solidFill>
                  <a:srgbClr val="333333"/>
                </a:solidFill>
                <a:latin typeface="Calibri" pitchFamily="34" charset="0"/>
                <a:ea typeface="Calibri" pitchFamily="34" charset="-122"/>
                <a:cs typeface="Calibri" pitchFamily="34" charset="-120"/>
              </a:rPr>
              <a:t>Describe the third option or idea. This layout works well for comparisons, methods, or related concepts.</a:t>
            </a:r>
            <a:endParaRPr lang="en-US" sz="1200" dirty="0"/>
          </a:p>
        </p:txBody>
      </p:sp>
      <p:sp>
        <p:nvSpPr>
          <p:cNvPr id="15" name="Shape 13"/>
          <p:cNvSpPr/>
          <p:nvPr/>
        </p:nvSpPr>
        <p:spPr>
          <a:xfrm>
            <a:off x="8503920" y="4663440"/>
            <a:ext cx="347472" cy="347472"/>
          </a:xfrm>
          <a:prstGeom prst="ellipse">
            <a:avLst/>
          </a:prstGeom>
          <a:solidFill>
            <a:srgbClr val="1A6EE8"/>
          </a:solidFill>
          <a:ln w="12700">
            <a:solidFill>
              <a:srgbClr val="1A6EE8"/>
            </a:solidFill>
            <a:prstDash val="solid"/>
          </a:ln>
        </p:spPr>
      </p:sp>
      <p:sp>
        <p:nvSpPr>
          <p:cNvPr id="16" name="Shape 14"/>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F0F4F8"/>
          </a:solidFill>
          <a:ln w="12700">
            <a:solidFill>
              <a:srgbClr val="F0F4F8"/>
            </a:solidFill>
            <a:prstDash val="solid"/>
          </a:ln>
        </p:spPr>
      </p:sp>
      <p:sp>
        <p:nvSpPr>
          <p:cNvPr id="3" name="Shape 1"/>
          <p:cNvSpPr/>
          <p:nvPr/>
        </p:nvSpPr>
        <p:spPr>
          <a:xfrm>
            <a:off x="0" y="868680"/>
            <a:ext cx="3154680" cy="4274820"/>
          </a:xfrm>
          <a:prstGeom prst="rect">
            <a:avLst/>
          </a:prstGeom>
          <a:solidFill>
            <a:srgbClr val="D4DBE2"/>
          </a:solidFill>
          <a:ln w="12700">
            <a:solidFill>
              <a:srgbClr val="D4DBE2"/>
            </a:solidFill>
            <a:prstDash val="solid"/>
          </a:ln>
        </p:spPr>
      </p:sp>
      <p:sp>
        <p:nvSpPr>
          <p:cNvPr id="4" name="Shape 2"/>
          <p:cNvSpPr/>
          <p:nvPr/>
        </p:nvSpPr>
        <p:spPr>
          <a:xfrm>
            <a:off x="7269480" y="0"/>
            <a:ext cx="1874520" cy="749808"/>
          </a:xfrm>
          <a:prstGeom prst="rect">
            <a:avLst/>
          </a:prstGeom>
          <a:solidFill>
            <a:srgbClr val="F5C100"/>
          </a:solidFill>
          <a:ln w="12700">
            <a:solidFill>
              <a:srgbClr val="F5C100"/>
            </a:solidFill>
            <a:prstDash val="solid"/>
          </a:ln>
        </p:spPr>
      </p:sp>
      <p:sp>
        <p:nvSpPr>
          <p:cNvPr id="5" name="Text 3"/>
          <p:cNvSpPr/>
          <p:nvPr/>
        </p:nvSpPr>
        <p:spPr>
          <a:xfrm>
            <a:off x="7315200" y="18288"/>
            <a:ext cx="1783080" cy="201168"/>
          </a:xfrm>
          <a:prstGeom prst="rect">
            <a:avLst/>
          </a:prstGeom>
          <a:noFill/>
          <a:ln/>
        </p:spPr>
        <p:txBody>
          <a:bodyPr wrap="square" lIns="0" tIns="0" rIns="0" bIns="0" rtlCol="0" anchor="ctr"/>
          <a:lstStyle/>
          <a:p>
            <a:pPr marL="0" indent="0" algn="l">
              <a:buNone/>
            </a:pPr>
            <a:r>
              <a:rPr lang="en-US" sz="750" b="1" dirty="0">
                <a:solidFill>
                  <a:srgbClr val="000000"/>
                </a:solidFill>
                <a:latin typeface="Calibri" pitchFamily="34" charset="0"/>
                <a:ea typeface="Calibri" pitchFamily="34" charset="-122"/>
                <a:cs typeface="Calibri" pitchFamily="34" charset="-120"/>
              </a:rPr>
              <a:t>Want to learn more?</a:t>
            </a:r>
            <a:endParaRPr lang="en-US" sz="750" dirty="0"/>
          </a:p>
        </p:txBody>
      </p:sp>
      <p:sp>
        <p:nvSpPr>
          <p:cNvPr id="6" name="Shape 4"/>
          <p:cNvSpPr/>
          <p:nvPr/>
        </p:nvSpPr>
        <p:spPr>
          <a:xfrm>
            <a:off x="7360920" y="256032"/>
            <a:ext cx="201168" cy="256032"/>
          </a:xfrm>
          <a:prstGeom prst="rect">
            <a:avLst/>
          </a:prstGeom>
          <a:solidFill>
            <a:srgbClr val="000000"/>
          </a:solidFill>
          <a:ln w="12700">
            <a:solidFill>
              <a:srgbClr val="000000"/>
            </a:solidFill>
            <a:prstDash val="solid"/>
          </a:ln>
        </p:spPr>
      </p:sp>
      <p:sp>
        <p:nvSpPr>
          <p:cNvPr id="7" name="Shape 5"/>
          <p:cNvSpPr/>
          <p:nvPr/>
        </p:nvSpPr>
        <p:spPr>
          <a:xfrm>
            <a:off x="7360920" y="256032"/>
            <a:ext cx="82296" cy="82296"/>
          </a:xfrm>
          <a:prstGeom prst="rect">
            <a:avLst/>
          </a:prstGeom>
          <a:solidFill>
            <a:srgbClr val="F5C100"/>
          </a:solidFill>
          <a:ln w="12700">
            <a:solidFill>
              <a:srgbClr val="F5C100"/>
            </a:solidFill>
            <a:prstDash val="solid"/>
          </a:ln>
        </p:spPr>
      </p:sp>
      <p:sp>
        <p:nvSpPr>
          <p:cNvPr id="8" name="Text 6"/>
          <p:cNvSpPr/>
          <p:nvPr/>
        </p:nvSpPr>
        <p:spPr>
          <a:xfrm>
            <a:off x="7616952" y="237744"/>
            <a:ext cx="1463040" cy="457200"/>
          </a:xfrm>
          <a:prstGeom prst="rect">
            <a:avLst/>
          </a:prstGeom>
          <a:noFill/>
          <a:ln/>
        </p:spPr>
        <p:txBody>
          <a:bodyPr wrap="square" lIns="0" tIns="0" rIns="0" bIns="0" rtlCol="0" anchor="ctr"/>
          <a:lstStyle/>
          <a:p>
            <a:pPr marL="0" indent="0" algn="l">
              <a:buNone/>
            </a:pPr>
            <a:r>
              <a:rPr lang="en-US" sz="650" dirty="0">
                <a:solidFill>
                  <a:srgbClr val="000000"/>
                </a:solidFill>
                <a:latin typeface="Calibri" pitchFamily="34" charset="0"/>
                <a:ea typeface="Calibri" pitchFamily="34" charset="-122"/>
                <a:cs typeface="Calibri" pitchFamily="34" charset="-120"/>
              </a:rPr>
              <a:t>Author et al., Journal/Conference, Year</a:t>
            </a:r>
            <a:endParaRPr lang="en-US" sz="650" dirty="0"/>
          </a:p>
        </p:txBody>
      </p:sp>
      <p:sp>
        <p:nvSpPr>
          <p:cNvPr id="9" name="Text 7"/>
          <p:cNvSpPr/>
          <p:nvPr/>
        </p:nvSpPr>
        <p:spPr>
          <a:xfrm>
            <a:off x="365760" y="164592"/>
            <a:ext cx="6583680" cy="502920"/>
          </a:xfrm>
          <a:prstGeom prst="rect">
            <a:avLst/>
          </a:prstGeom>
          <a:noFill/>
          <a:ln/>
        </p:spPr>
        <p:txBody>
          <a:bodyPr wrap="square" lIns="0" tIns="0" rIns="0" bIns="0" rtlCol="0" anchor="ctr"/>
          <a:lstStyle/>
          <a:p>
            <a:pPr marL="0" indent="0">
              <a:buNone/>
            </a:pPr>
            <a:r>
              <a:rPr lang="en-US" sz="2200" b="1" i="1" dirty="0">
                <a:solidFill>
                  <a:srgbClr val="1A6EE8"/>
                </a:solidFill>
                <a:latin typeface="Georgia" pitchFamily="34" charset="0"/>
                <a:ea typeface="Georgia" pitchFamily="34" charset="-122"/>
                <a:cs typeface="Georgia" pitchFamily="34" charset="-120"/>
              </a:rPr>
              <a:t>Slide Title</a:t>
            </a:r>
            <a:endParaRPr lang="en-US" sz="2200" dirty="0"/>
          </a:p>
        </p:txBody>
      </p:sp>
      <p:sp>
        <p:nvSpPr>
          <p:cNvPr id="10" name="Text 8"/>
          <p:cNvSpPr/>
          <p:nvPr/>
        </p:nvSpPr>
        <p:spPr>
          <a:xfrm>
            <a:off x="594360" y="1234440"/>
            <a:ext cx="2377440" cy="3200400"/>
          </a:xfrm>
          <a:prstGeom prst="rect">
            <a:avLst/>
          </a:prstGeom>
          <a:noFill/>
          <a:ln/>
        </p:spPr>
        <p:txBody>
          <a:bodyPr wrap="square" lIns="0" tIns="0" rIns="0" bIns="0" rtlCol="0" anchor="t"/>
          <a:lstStyle/>
          <a:p>
            <a:pPr marL="0" indent="0" algn="l">
              <a:buNone/>
            </a:pPr>
            <a:r>
              <a:rPr lang="en-US" sz="1300" b="1" dirty="0">
                <a:solidFill>
                  <a:srgbClr val="1A6EE8"/>
                </a:solidFill>
                <a:latin typeface="Calibri" pitchFamily="34" charset="0"/>
                <a:ea typeface="Calibri" pitchFamily="34" charset="-122"/>
                <a:cs typeface="Calibri" pitchFamily="34" charset="-120"/>
              </a:rPr>
              <a:t>Key point or question number one</a:t>
            </a:r>
            <a:endParaRPr lang="en-US" sz="1300" dirty="0"/>
          </a:p>
          <a:p>
            <a:pPr marL="0" indent="0" algn="l">
              <a:buNone/>
            </a:pPr>
            <a:endParaRPr lang="en-US" sz="1300" dirty="0"/>
          </a:p>
          <a:p>
            <a:pPr marL="0" indent="0" algn="l">
              <a:buNone/>
            </a:pPr>
            <a:r>
              <a:rPr lang="en-US" sz="1200" dirty="0">
                <a:solidFill>
                  <a:srgbClr val="333333"/>
                </a:solidFill>
                <a:latin typeface="Calibri" pitchFamily="34" charset="0"/>
                <a:ea typeface="Calibri" pitchFamily="34" charset="-122"/>
                <a:cs typeface="Calibri" pitchFamily="34" charset="-120"/>
              </a:rPr>
              <a:t>  – Sub-point A with supporting detail</a:t>
            </a:r>
            <a:endParaRPr lang="en-US" sz="1300" dirty="0"/>
          </a:p>
          <a:p>
            <a:pPr marL="0" indent="0" algn="l">
              <a:buNone/>
            </a:pPr>
            <a:r>
              <a:rPr lang="en-US" sz="1200" dirty="0">
                <a:solidFill>
                  <a:srgbClr val="333333"/>
                </a:solidFill>
                <a:latin typeface="Calibri" pitchFamily="34" charset="0"/>
                <a:ea typeface="Calibri" pitchFamily="34" charset="-122"/>
                <a:cs typeface="Calibri" pitchFamily="34" charset="-120"/>
              </a:rPr>
              <a:t>  – Sub-point B</a:t>
            </a:r>
            <a:endParaRPr lang="en-US" sz="1300" dirty="0"/>
          </a:p>
          <a:p>
            <a:pPr marL="0" indent="0" algn="l">
              <a:buNone/>
            </a:pPr>
            <a:endParaRPr lang="en-US" sz="1300" dirty="0"/>
          </a:p>
          <a:p>
            <a:pPr marL="0" indent="0" algn="l">
              <a:buNone/>
            </a:pPr>
            <a:r>
              <a:rPr lang="en-US" sz="1300" b="1" dirty="0">
                <a:solidFill>
                  <a:srgbClr val="1A6EE8"/>
                </a:solidFill>
                <a:latin typeface="Calibri" pitchFamily="34" charset="0"/>
                <a:ea typeface="Calibri" pitchFamily="34" charset="-122"/>
                <a:cs typeface="Calibri" pitchFamily="34" charset="-120"/>
              </a:rPr>
              <a:t>Key point or question number two</a:t>
            </a:r>
            <a:endParaRPr lang="en-US" sz="1300" dirty="0"/>
          </a:p>
          <a:p>
            <a:pPr marL="0" indent="0" algn="l">
              <a:buNone/>
            </a:pPr>
            <a:endParaRPr lang="en-US" sz="1300" dirty="0"/>
          </a:p>
          <a:p>
            <a:pPr marL="0" indent="0" algn="l">
              <a:buNone/>
            </a:pPr>
            <a:r>
              <a:rPr lang="en-US" sz="1200" dirty="0">
                <a:solidFill>
                  <a:srgbClr val="333333"/>
                </a:solidFill>
                <a:latin typeface="Calibri" pitchFamily="34" charset="0"/>
                <a:ea typeface="Calibri" pitchFamily="34" charset="-122"/>
                <a:cs typeface="Calibri" pitchFamily="34" charset="-120"/>
              </a:rPr>
              <a:t>  – Sub-point or elaboration here</a:t>
            </a:r>
            <a:endParaRPr lang="en-US" sz="1300" dirty="0"/>
          </a:p>
        </p:txBody>
      </p:sp>
      <p:sp>
        <p:nvSpPr>
          <p:cNvPr id="11" name="Shape 9"/>
          <p:cNvSpPr/>
          <p:nvPr/>
        </p:nvSpPr>
        <p:spPr>
          <a:xfrm>
            <a:off x="384048" y="1261872"/>
            <a:ext cx="201168" cy="201168"/>
          </a:xfrm>
          <a:prstGeom prst="ellipse">
            <a:avLst/>
          </a:prstGeom>
          <a:solidFill>
            <a:srgbClr val="F5C100"/>
          </a:solidFill>
          <a:ln w="12700">
            <a:solidFill>
              <a:srgbClr val="F5C100"/>
            </a:solidFill>
            <a:prstDash val="solid"/>
          </a:ln>
        </p:spPr>
      </p:sp>
      <p:sp>
        <p:nvSpPr>
          <p:cNvPr id="12" name="Text 10"/>
          <p:cNvSpPr/>
          <p:nvPr/>
        </p:nvSpPr>
        <p:spPr>
          <a:xfrm>
            <a:off x="384048" y="1261872"/>
            <a:ext cx="201168" cy="201168"/>
          </a:xfrm>
          <a:prstGeom prst="rect">
            <a:avLst/>
          </a:prstGeom>
          <a:noFill/>
          <a:ln/>
        </p:spPr>
        <p:txBody>
          <a:bodyPr wrap="square" lIns="0" tIns="0" rIns="0" bIns="0" rtlCol="0" anchor="ctr"/>
          <a:lstStyle/>
          <a:p>
            <a:pPr marL="0" indent="0" algn="ctr">
              <a:buNone/>
            </a:pPr>
            <a:r>
              <a:rPr lang="en-US" sz="800" b="1" dirty="0">
                <a:solidFill>
                  <a:srgbClr val="000000"/>
                </a:solidFill>
                <a:latin typeface="Calibri" pitchFamily="34" charset="0"/>
                <a:ea typeface="Calibri" pitchFamily="34" charset="-122"/>
                <a:cs typeface="Calibri" pitchFamily="34" charset="-120"/>
              </a:rPr>
              <a:t>→</a:t>
            </a:r>
            <a:endParaRPr lang="en-US" sz="800" dirty="0"/>
          </a:p>
        </p:txBody>
      </p:sp>
      <p:sp>
        <p:nvSpPr>
          <p:cNvPr id="13" name="Shape 11"/>
          <p:cNvSpPr/>
          <p:nvPr/>
        </p:nvSpPr>
        <p:spPr>
          <a:xfrm>
            <a:off x="384048" y="2205663"/>
            <a:ext cx="201168" cy="201168"/>
          </a:xfrm>
          <a:prstGeom prst="ellipse">
            <a:avLst/>
          </a:prstGeom>
          <a:solidFill>
            <a:srgbClr val="F5C100"/>
          </a:solidFill>
          <a:ln w="12700">
            <a:solidFill>
              <a:srgbClr val="F5C100"/>
            </a:solidFill>
            <a:prstDash val="solid"/>
          </a:ln>
        </p:spPr>
      </p:sp>
      <p:sp>
        <p:nvSpPr>
          <p:cNvPr id="14" name="Text 12"/>
          <p:cNvSpPr/>
          <p:nvPr/>
        </p:nvSpPr>
        <p:spPr>
          <a:xfrm>
            <a:off x="384048" y="2205663"/>
            <a:ext cx="201168" cy="201168"/>
          </a:xfrm>
          <a:prstGeom prst="rect">
            <a:avLst/>
          </a:prstGeom>
          <a:noFill/>
          <a:ln/>
        </p:spPr>
        <p:txBody>
          <a:bodyPr wrap="square" lIns="0" tIns="0" rIns="0" bIns="0" rtlCol="0" anchor="ctr"/>
          <a:lstStyle/>
          <a:p>
            <a:pPr marL="0" indent="0" algn="ctr">
              <a:buNone/>
            </a:pPr>
            <a:r>
              <a:rPr lang="en-US" sz="800" b="1" dirty="0">
                <a:solidFill>
                  <a:srgbClr val="000000"/>
                </a:solidFill>
                <a:latin typeface="Calibri" pitchFamily="34" charset="0"/>
                <a:ea typeface="Calibri" pitchFamily="34" charset="-122"/>
                <a:cs typeface="Calibri" pitchFamily="34" charset="-120"/>
              </a:rPr>
              <a:t>→</a:t>
            </a:r>
            <a:endParaRPr lang="en-US" sz="800" dirty="0"/>
          </a:p>
        </p:txBody>
      </p:sp>
      <p:sp>
        <p:nvSpPr>
          <p:cNvPr id="15" name="Shape 13"/>
          <p:cNvSpPr/>
          <p:nvPr/>
        </p:nvSpPr>
        <p:spPr>
          <a:xfrm>
            <a:off x="3291840" y="960120"/>
            <a:ext cx="5486400" cy="3749040"/>
          </a:xfrm>
          <a:prstGeom prst="rect">
            <a:avLst/>
          </a:prstGeom>
          <a:solidFill>
            <a:srgbClr val="FFFFFF"/>
          </a:solidFill>
          <a:ln w="6350">
            <a:solidFill>
              <a:srgbClr val="8FA3BF"/>
            </a:solidFill>
            <a:prstDash val="solid"/>
          </a:ln>
        </p:spPr>
      </p:sp>
      <p:sp>
        <p:nvSpPr>
          <p:cNvPr id="16" name="Text 14"/>
          <p:cNvSpPr/>
          <p:nvPr/>
        </p:nvSpPr>
        <p:spPr>
          <a:xfrm>
            <a:off x="3291840" y="960120"/>
            <a:ext cx="5486400" cy="3749040"/>
          </a:xfrm>
          <a:prstGeom prst="rect">
            <a:avLst/>
          </a:prstGeom>
          <a:noFill/>
          <a:ln/>
        </p:spPr>
        <p:txBody>
          <a:bodyPr wrap="square" rtlCol="0" anchor="ctr"/>
          <a:lstStyle/>
          <a:p>
            <a:pPr marL="0" indent="0" algn="ctr">
              <a:buNone/>
            </a:pPr>
            <a:r>
              <a:rPr lang="en-US" sz="1400" dirty="0">
                <a:solidFill>
                  <a:srgbClr val="8FA3BF"/>
                </a:solidFill>
                <a:latin typeface="Calibri" pitchFamily="34" charset="0"/>
                <a:ea typeface="Calibri" pitchFamily="34" charset="-122"/>
                <a:cs typeface="Calibri" pitchFamily="34" charset="-120"/>
              </a:rPr>
              <a:t>Diagram, Chart,</a:t>
            </a:r>
            <a:endParaRPr lang="en-US" sz="1400" dirty="0"/>
          </a:p>
          <a:p>
            <a:pPr marL="0" indent="0" algn="ctr">
              <a:buNone/>
            </a:pPr>
            <a:r>
              <a:rPr lang="en-US" sz="1400" dirty="0">
                <a:solidFill>
                  <a:srgbClr val="8FA3BF"/>
                </a:solidFill>
                <a:latin typeface="Calibri" pitchFamily="34" charset="0"/>
                <a:ea typeface="Calibri" pitchFamily="34" charset="-122"/>
                <a:cs typeface="Calibri" pitchFamily="34" charset="-120"/>
              </a:rPr>
              <a:t>or Image Placeholder</a:t>
            </a:r>
            <a:endParaRPr lang="en-US" sz="1400" dirty="0"/>
          </a:p>
        </p:txBody>
      </p:sp>
      <p:sp>
        <p:nvSpPr>
          <p:cNvPr id="17" name="Shape 15"/>
          <p:cNvSpPr/>
          <p:nvPr/>
        </p:nvSpPr>
        <p:spPr>
          <a:xfrm>
            <a:off x="8503920" y="4663440"/>
            <a:ext cx="347472" cy="347472"/>
          </a:xfrm>
          <a:prstGeom prst="ellipse">
            <a:avLst/>
          </a:prstGeom>
          <a:solidFill>
            <a:srgbClr val="1A6EE8"/>
          </a:solidFill>
          <a:ln w="12700">
            <a:solidFill>
              <a:srgbClr val="1A6EE8"/>
            </a:solidFill>
            <a:prstDash val="solid"/>
          </a:ln>
        </p:spPr>
      </p:sp>
      <p:sp>
        <p:nvSpPr>
          <p:cNvPr id="18" name="Shape 16"/>
          <p:cNvSpPr/>
          <p:nvPr/>
        </p:nvSpPr>
        <p:spPr>
          <a:xfrm>
            <a:off x="8549640" y="4709160"/>
            <a:ext cx="256032" cy="256032"/>
          </a:xfrm>
          <a:prstGeom prst="ellipse">
            <a:avLst/>
          </a:prstGeom>
          <a:solidFill>
            <a:srgbClr val="162347"/>
          </a:solidFill>
          <a:ln w="12700">
            <a:solidFill>
              <a:srgbClr val="16234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UCL x DeepMind Lecture Series — Reusable Template</dc:title>
  <dc:subject>PptxGenJS Presentation</dc:subject>
  <dc:creator>PptxGenJS</dc:creator>
  <cp:lastModifiedBy>PptxGenJS</cp:lastModifiedBy>
  <cp:revision>20</cp:revision>
  <dcterms:created xsi:type="dcterms:W3CDTF">2026-05-12T07:47:00Z</dcterms:created>
  <dcterms:modified xsi:type="dcterms:W3CDTF">2026-05-12T07:58:29Z</dcterms:modified>
</cp:coreProperties>
</file>